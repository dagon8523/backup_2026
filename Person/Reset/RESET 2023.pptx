
<file path=[Content_Types].xml><?xml version="1.0" encoding="utf-8"?>
<Types xmlns="http://schemas.openxmlformats.org/package/2006/content-types">
  <Default Extension="png" ContentType="image/png"/>
  <Default Extension="jfif" ContentType="image/jpeg"/>
  <Default Extension="jpeg" ContentType="image/jpeg"/>
  <Default Extension="rels" ContentType="application/vnd.openxmlformats-package.relationships+xml"/>
  <Default Extension="xml" ContentType="application/xml"/>
  <Default Extension="wdp" ContentType="image/vnd.ms-photo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</p:sld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</p:sldIdLst>
  <p:sldSz cx="12192000" cy="6858000"/>
  <p:notesSz cx="6858000" cy="9144000"/>
  <p:defaultTextStyle>
    <a:defPPr>
      <a:defRPr lang="es-CO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000" autoAdjust="0"/>
    <p:restoredTop sz="94660"/>
  </p:normalViewPr>
  <p:slideViewPr>
    <p:cSldViewPr snapToGrid="0">
      <p:cViewPr varScale="1">
        <p:scale>
          <a:sx n="72" d="100"/>
          <a:sy n="72" d="100"/>
        </p:scale>
        <p:origin x="150" y="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tableStyles" Target="tableStyles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theme" Target="theme/theme1.xml"/><Relationship Id="rId2" Type="http://schemas.openxmlformats.org/officeDocument/2006/relationships/customXml" Target="../customXml/item2.xml"/><Relationship Id="rId16" Type="http://schemas.openxmlformats.org/officeDocument/2006/relationships/viewProps" Target="viewProp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presProps" Target="presProps.xml"/><Relationship Id="rId10" Type="http://schemas.openxmlformats.org/officeDocument/2006/relationships/slide" Target="slides/slide6.xml"/><Relationship Id="rId19" Type="http://schemas.microsoft.com/office/2016/11/relationships/changesInfo" Target="changesInfos/changesInfo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DANIEL EDUARDO GONZALEZ BUITRAGO" userId="71fffa00-c650-4dd1-952c-53b01ba20028" providerId="ADAL" clId="{229594F3-150C-46CB-8B4C-C2CD6117B769}"/>
    <pc:docChg chg="undo custSel addSld delSld modSld">
      <pc:chgData name="DANIEL EDUARDO GONZALEZ BUITRAGO" userId="71fffa00-c650-4dd1-952c-53b01ba20028" providerId="ADAL" clId="{229594F3-150C-46CB-8B4C-C2CD6117B769}" dt="2023-03-18T13:48:45.673" v="421" actId="20577"/>
      <pc:docMkLst>
        <pc:docMk/>
      </pc:docMkLst>
      <pc:sldChg chg="modSp">
        <pc:chgData name="DANIEL EDUARDO GONZALEZ BUITRAGO" userId="71fffa00-c650-4dd1-952c-53b01ba20028" providerId="ADAL" clId="{229594F3-150C-46CB-8B4C-C2CD6117B769}" dt="2023-03-18T13:32:07.719" v="230" actId="207"/>
        <pc:sldMkLst>
          <pc:docMk/>
          <pc:sldMk cId="2043270505" sldId="256"/>
        </pc:sldMkLst>
        <pc:spChg chg="mod">
          <ac:chgData name="DANIEL EDUARDO GONZALEZ BUITRAGO" userId="71fffa00-c650-4dd1-952c-53b01ba20028" providerId="ADAL" clId="{229594F3-150C-46CB-8B4C-C2CD6117B769}" dt="2023-03-18T13:32:07.719" v="230" actId="207"/>
          <ac:spMkLst>
            <pc:docMk/>
            <pc:sldMk cId="2043270505" sldId="256"/>
            <ac:spMk id="2" creationId="{093A74DA-1107-44FF-90B3-7ABFFE3297B9}"/>
          </ac:spMkLst>
        </pc:spChg>
      </pc:sldChg>
      <pc:sldChg chg="addSp modSp">
        <pc:chgData name="DANIEL EDUARDO GONZALEZ BUITRAGO" userId="71fffa00-c650-4dd1-952c-53b01ba20028" providerId="ADAL" clId="{229594F3-150C-46CB-8B4C-C2CD6117B769}" dt="2023-03-18T13:48:45.673" v="421" actId="20577"/>
        <pc:sldMkLst>
          <pc:docMk/>
          <pc:sldMk cId="1009583659" sldId="257"/>
        </pc:sldMkLst>
        <pc:spChg chg="mod">
          <ac:chgData name="DANIEL EDUARDO GONZALEZ BUITRAGO" userId="71fffa00-c650-4dd1-952c-53b01ba20028" providerId="ADAL" clId="{229594F3-150C-46CB-8B4C-C2CD6117B769}" dt="2023-03-18T13:31:50.817" v="223" actId="1076"/>
          <ac:spMkLst>
            <pc:docMk/>
            <pc:sldMk cId="1009583659" sldId="257"/>
            <ac:spMk id="2" creationId="{6F05F375-EEE3-4DAC-852F-4285BD76E5F2}"/>
          </ac:spMkLst>
        </pc:spChg>
        <pc:spChg chg="mod">
          <ac:chgData name="DANIEL EDUARDO GONZALEZ BUITRAGO" userId="71fffa00-c650-4dd1-952c-53b01ba20028" providerId="ADAL" clId="{229594F3-150C-46CB-8B4C-C2CD6117B769}" dt="2023-03-18T13:48:45.673" v="421" actId="20577"/>
          <ac:spMkLst>
            <pc:docMk/>
            <pc:sldMk cId="1009583659" sldId="257"/>
            <ac:spMk id="4" creationId="{EA3CE9B8-83D0-45BB-80A6-4AAAAFC2AB20}"/>
          </ac:spMkLst>
        </pc:spChg>
        <pc:picChg chg="ord">
          <ac:chgData name="DANIEL EDUARDO GONZALEZ BUITRAGO" userId="71fffa00-c650-4dd1-952c-53b01ba20028" providerId="ADAL" clId="{229594F3-150C-46CB-8B4C-C2CD6117B769}" dt="2023-03-18T13:25:19.067" v="5" actId="167"/>
          <ac:picMkLst>
            <pc:docMk/>
            <pc:sldMk cId="1009583659" sldId="257"/>
            <ac:picMk id="5" creationId="{EAE1BB54-787C-49F8-9E2F-5144DA830F17}"/>
          </ac:picMkLst>
        </pc:picChg>
        <pc:picChg chg="add mod">
          <ac:chgData name="DANIEL EDUARDO GONZALEZ BUITRAGO" userId="71fffa00-c650-4dd1-952c-53b01ba20028" providerId="ADAL" clId="{229594F3-150C-46CB-8B4C-C2CD6117B769}" dt="2023-03-18T13:34:35.715" v="234" actId="1076"/>
          <ac:picMkLst>
            <pc:docMk/>
            <pc:sldMk cId="1009583659" sldId="257"/>
            <ac:picMk id="7" creationId="{DCBF3131-873A-4314-BF2F-6E1324881CC0}"/>
          </ac:picMkLst>
        </pc:picChg>
      </pc:sldChg>
      <pc:sldChg chg="addSp modSp">
        <pc:chgData name="DANIEL EDUARDO GONZALEZ BUITRAGO" userId="71fffa00-c650-4dd1-952c-53b01ba20028" providerId="ADAL" clId="{229594F3-150C-46CB-8B4C-C2CD6117B769}" dt="2023-03-18T13:35:44.140" v="242" actId="1076"/>
        <pc:sldMkLst>
          <pc:docMk/>
          <pc:sldMk cId="3796843967" sldId="258"/>
        </pc:sldMkLst>
        <pc:spChg chg="mod">
          <ac:chgData name="DANIEL EDUARDO GONZALEZ BUITRAGO" userId="71fffa00-c650-4dd1-952c-53b01ba20028" providerId="ADAL" clId="{229594F3-150C-46CB-8B4C-C2CD6117B769}" dt="2023-03-18T13:31:45.641" v="221" actId="1076"/>
          <ac:spMkLst>
            <pc:docMk/>
            <pc:sldMk cId="3796843967" sldId="258"/>
            <ac:spMk id="2" creationId="{6F05F375-EEE3-4DAC-852F-4285BD76E5F2}"/>
          </ac:spMkLst>
        </pc:spChg>
        <pc:spChg chg="mod">
          <ac:chgData name="DANIEL EDUARDO GONZALEZ BUITRAGO" userId="71fffa00-c650-4dd1-952c-53b01ba20028" providerId="ADAL" clId="{229594F3-150C-46CB-8B4C-C2CD6117B769}" dt="2023-03-18T13:26:18.491" v="103" actId="5793"/>
          <ac:spMkLst>
            <pc:docMk/>
            <pc:sldMk cId="3796843967" sldId="258"/>
            <ac:spMk id="4" creationId="{EA3CE9B8-83D0-45BB-80A6-4AAAAFC2AB20}"/>
          </ac:spMkLst>
        </pc:spChg>
        <pc:picChg chg="add mod">
          <ac:chgData name="DANIEL EDUARDO GONZALEZ BUITRAGO" userId="71fffa00-c650-4dd1-952c-53b01ba20028" providerId="ADAL" clId="{229594F3-150C-46CB-8B4C-C2CD6117B769}" dt="2023-03-18T13:34:47.290" v="236" actId="1076"/>
          <ac:picMkLst>
            <pc:docMk/>
            <pc:sldMk cId="3796843967" sldId="258"/>
            <ac:picMk id="6" creationId="{FDC56CF5-6324-4F58-81D2-4D23BE0EB4AE}"/>
          </ac:picMkLst>
        </pc:picChg>
        <pc:picChg chg="add mod">
          <ac:chgData name="DANIEL EDUARDO GONZALEZ BUITRAGO" userId="71fffa00-c650-4dd1-952c-53b01ba20028" providerId="ADAL" clId="{229594F3-150C-46CB-8B4C-C2CD6117B769}" dt="2023-03-18T13:34:57.826" v="239" actId="1076"/>
          <ac:picMkLst>
            <pc:docMk/>
            <pc:sldMk cId="3796843967" sldId="258"/>
            <ac:picMk id="8" creationId="{1B4C267B-AE1A-4107-9ED1-0FE435893EEA}"/>
          </ac:picMkLst>
        </pc:picChg>
        <pc:picChg chg="add mod">
          <ac:chgData name="DANIEL EDUARDO GONZALEZ BUITRAGO" userId="71fffa00-c650-4dd1-952c-53b01ba20028" providerId="ADAL" clId="{229594F3-150C-46CB-8B4C-C2CD6117B769}" dt="2023-03-18T13:35:44.140" v="242" actId="1076"/>
          <ac:picMkLst>
            <pc:docMk/>
            <pc:sldMk cId="3796843967" sldId="258"/>
            <ac:picMk id="10" creationId="{E59E62DB-B3B0-4BD4-847F-C4E2B9E323BC}"/>
          </ac:picMkLst>
        </pc:picChg>
      </pc:sldChg>
      <pc:sldChg chg="addSp modSp">
        <pc:chgData name="DANIEL EDUARDO GONZALEZ BUITRAGO" userId="71fffa00-c650-4dd1-952c-53b01ba20028" providerId="ADAL" clId="{229594F3-150C-46CB-8B4C-C2CD6117B769}" dt="2023-03-18T13:36:51.650" v="250" actId="1076"/>
        <pc:sldMkLst>
          <pc:docMk/>
          <pc:sldMk cId="2188433076" sldId="259"/>
        </pc:sldMkLst>
        <pc:spChg chg="mod">
          <ac:chgData name="DANIEL EDUARDO GONZALEZ BUITRAGO" userId="71fffa00-c650-4dd1-952c-53b01ba20028" providerId="ADAL" clId="{229594F3-150C-46CB-8B4C-C2CD6117B769}" dt="2023-03-18T13:31:35.692" v="219" actId="1076"/>
          <ac:spMkLst>
            <pc:docMk/>
            <pc:sldMk cId="2188433076" sldId="259"/>
            <ac:spMk id="2" creationId="{6F05F375-EEE3-4DAC-852F-4285BD76E5F2}"/>
          </ac:spMkLst>
        </pc:spChg>
        <pc:spChg chg="mod">
          <ac:chgData name="DANIEL EDUARDO GONZALEZ BUITRAGO" userId="71fffa00-c650-4dd1-952c-53b01ba20028" providerId="ADAL" clId="{229594F3-150C-46CB-8B4C-C2CD6117B769}" dt="2023-03-18T13:36:45.970" v="246" actId="1076"/>
          <ac:spMkLst>
            <pc:docMk/>
            <pc:sldMk cId="2188433076" sldId="259"/>
            <ac:spMk id="4" creationId="{EA3CE9B8-83D0-45BB-80A6-4AAAAFC2AB20}"/>
          </ac:spMkLst>
        </pc:spChg>
        <pc:spChg chg="add mod">
          <ac:chgData name="DANIEL EDUARDO GONZALEZ BUITRAGO" userId="71fffa00-c650-4dd1-952c-53b01ba20028" providerId="ADAL" clId="{229594F3-150C-46CB-8B4C-C2CD6117B769}" dt="2023-03-18T13:27:25.331" v="118" actId="20577"/>
          <ac:spMkLst>
            <pc:docMk/>
            <pc:sldMk cId="2188433076" sldId="259"/>
            <ac:spMk id="6" creationId="{899CFB94-3D9E-4C4A-B64C-33CFB7957CBA}"/>
          </ac:spMkLst>
        </pc:spChg>
        <pc:picChg chg="add mod">
          <ac:chgData name="DANIEL EDUARDO GONZALEZ BUITRAGO" userId="71fffa00-c650-4dd1-952c-53b01ba20028" providerId="ADAL" clId="{229594F3-150C-46CB-8B4C-C2CD6117B769}" dt="2023-03-18T13:36:51.650" v="250" actId="1076"/>
          <ac:picMkLst>
            <pc:docMk/>
            <pc:sldMk cId="2188433076" sldId="259"/>
            <ac:picMk id="7" creationId="{EAECC143-50C2-4610-A7B4-BEFE6634E1DF}"/>
          </ac:picMkLst>
        </pc:picChg>
      </pc:sldChg>
      <pc:sldChg chg="addSp modSp">
        <pc:chgData name="DANIEL EDUARDO GONZALEZ BUITRAGO" userId="71fffa00-c650-4dd1-952c-53b01ba20028" providerId="ADAL" clId="{229594F3-150C-46CB-8B4C-C2CD6117B769}" dt="2023-03-18T13:37:50.788" v="260" actId="1076"/>
        <pc:sldMkLst>
          <pc:docMk/>
          <pc:sldMk cId="3997391685" sldId="260"/>
        </pc:sldMkLst>
        <pc:spChg chg="mod">
          <ac:chgData name="DANIEL EDUARDO GONZALEZ BUITRAGO" userId="71fffa00-c650-4dd1-952c-53b01ba20028" providerId="ADAL" clId="{229594F3-150C-46CB-8B4C-C2CD6117B769}" dt="2023-03-18T13:31:19.787" v="216" actId="1076"/>
          <ac:spMkLst>
            <pc:docMk/>
            <pc:sldMk cId="3997391685" sldId="260"/>
            <ac:spMk id="2" creationId="{6F05F375-EEE3-4DAC-852F-4285BD76E5F2}"/>
          </ac:spMkLst>
        </pc:spChg>
        <pc:spChg chg="mod">
          <ac:chgData name="DANIEL EDUARDO GONZALEZ BUITRAGO" userId="71fffa00-c650-4dd1-952c-53b01ba20028" providerId="ADAL" clId="{229594F3-150C-46CB-8B4C-C2CD6117B769}" dt="2023-03-18T13:37:48.155" v="259" actId="1076"/>
          <ac:spMkLst>
            <pc:docMk/>
            <pc:sldMk cId="3997391685" sldId="260"/>
            <ac:spMk id="4" creationId="{EA3CE9B8-83D0-45BB-80A6-4AAAAFC2AB20}"/>
          </ac:spMkLst>
        </pc:spChg>
        <pc:picChg chg="add mod">
          <ac:chgData name="DANIEL EDUARDO GONZALEZ BUITRAGO" userId="71fffa00-c650-4dd1-952c-53b01ba20028" providerId="ADAL" clId="{229594F3-150C-46CB-8B4C-C2CD6117B769}" dt="2023-03-18T13:37:50.788" v="260" actId="1076"/>
          <ac:picMkLst>
            <pc:docMk/>
            <pc:sldMk cId="3997391685" sldId="260"/>
            <ac:picMk id="6" creationId="{011B41AD-018D-4C6F-9ED7-6C6E5B5FE082}"/>
          </ac:picMkLst>
        </pc:picChg>
      </pc:sldChg>
      <pc:sldChg chg="addSp delSp modSp">
        <pc:chgData name="DANIEL EDUARDO GONZALEZ BUITRAGO" userId="71fffa00-c650-4dd1-952c-53b01ba20028" providerId="ADAL" clId="{229594F3-150C-46CB-8B4C-C2CD6117B769}" dt="2023-03-18T13:39:19.633" v="281" actId="5793"/>
        <pc:sldMkLst>
          <pc:docMk/>
          <pc:sldMk cId="882445905" sldId="261"/>
        </pc:sldMkLst>
        <pc:spChg chg="del">
          <ac:chgData name="DANIEL EDUARDO GONZALEZ BUITRAGO" userId="71fffa00-c650-4dd1-952c-53b01ba20028" providerId="ADAL" clId="{229594F3-150C-46CB-8B4C-C2CD6117B769}" dt="2023-03-18T13:27:35.960" v="121" actId="478"/>
          <ac:spMkLst>
            <pc:docMk/>
            <pc:sldMk cId="882445905" sldId="261"/>
            <ac:spMk id="2" creationId="{6F05F375-EEE3-4DAC-852F-4285BD76E5F2}"/>
          </ac:spMkLst>
        </pc:spChg>
        <pc:spChg chg="del">
          <ac:chgData name="DANIEL EDUARDO GONZALEZ BUITRAGO" userId="71fffa00-c650-4dd1-952c-53b01ba20028" providerId="ADAL" clId="{229594F3-150C-46CB-8B4C-C2CD6117B769}" dt="2023-03-18T13:27:33.642" v="120" actId="478"/>
          <ac:spMkLst>
            <pc:docMk/>
            <pc:sldMk cId="882445905" sldId="261"/>
            <ac:spMk id="4" creationId="{EA3CE9B8-83D0-45BB-80A6-4AAAAFC2AB20}"/>
          </ac:spMkLst>
        </pc:spChg>
        <pc:spChg chg="add mod">
          <ac:chgData name="DANIEL EDUARDO GONZALEZ BUITRAGO" userId="71fffa00-c650-4dd1-952c-53b01ba20028" providerId="ADAL" clId="{229594F3-150C-46CB-8B4C-C2CD6117B769}" dt="2023-03-18T13:39:19.633" v="281" actId="5793"/>
          <ac:spMkLst>
            <pc:docMk/>
            <pc:sldMk cId="882445905" sldId="261"/>
            <ac:spMk id="6" creationId="{F857179A-DC3E-4292-8631-29B2E3B91E5D}"/>
          </ac:spMkLst>
        </pc:spChg>
        <pc:spChg chg="add mod">
          <ac:chgData name="DANIEL EDUARDO GONZALEZ BUITRAGO" userId="71fffa00-c650-4dd1-952c-53b01ba20028" providerId="ADAL" clId="{229594F3-150C-46CB-8B4C-C2CD6117B769}" dt="2023-03-18T13:31:13.507" v="214" actId="1076"/>
          <ac:spMkLst>
            <pc:docMk/>
            <pc:sldMk cId="882445905" sldId="261"/>
            <ac:spMk id="8" creationId="{F1FFF71B-DCAA-43A3-8426-30001FAECADB}"/>
          </ac:spMkLst>
        </pc:spChg>
        <pc:picChg chg="mod">
          <ac:chgData name="DANIEL EDUARDO GONZALEZ BUITRAGO" userId="71fffa00-c650-4dd1-952c-53b01ba20028" providerId="ADAL" clId="{229594F3-150C-46CB-8B4C-C2CD6117B769}" dt="2023-03-18T13:38:36.537" v="264" actId="1076"/>
          <ac:picMkLst>
            <pc:docMk/>
            <pc:sldMk cId="882445905" sldId="261"/>
            <ac:picMk id="5" creationId="{EAE1BB54-787C-49F8-9E2F-5144DA830F17}"/>
          </ac:picMkLst>
        </pc:picChg>
        <pc:picChg chg="add del mod ord">
          <ac:chgData name="DANIEL EDUARDO GONZALEZ BUITRAGO" userId="71fffa00-c650-4dd1-952c-53b01ba20028" providerId="ADAL" clId="{229594F3-150C-46CB-8B4C-C2CD6117B769}" dt="2023-03-18T13:39:13.337" v="275" actId="478"/>
          <ac:picMkLst>
            <pc:docMk/>
            <pc:sldMk cId="882445905" sldId="261"/>
            <ac:picMk id="10" creationId="{F8E415DA-9708-4283-9682-153F5151EA6F}"/>
          </ac:picMkLst>
        </pc:picChg>
      </pc:sldChg>
      <pc:sldChg chg="addSp modSp add">
        <pc:chgData name="DANIEL EDUARDO GONZALEZ BUITRAGO" userId="71fffa00-c650-4dd1-952c-53b01ba20028" providerId="ADAL" clId="{229594F3-150C-46CB-8B4C-C2CD6117B769}" dt="2023-03-18T13:40:01.986" v="285" actId="14100"/>
        <pc:sldMkLst>
          <pc:docMk/>
          <pc:sldMk cId="3899617929" sldId="262"/>
        </pc:sldMkLst>
        <pc:spChg chg="mod">
          <ac:chgData name="DANIEL EDUARDO GONZALEZ BUITRAGO" userId="71fffa00-c650-4dd1-952c-53b01ba20028" providerId="ADAL" clId="{229594F3-150C-46CB-8B4C-C2CD6117B769}" dt="2023-03-18T13:29:07.501" v="148" actId="27636"/>
          <ac:spMkLst>
            <pc:docMk/>
            <pc:sldMk cId="3899617929" sldId="262"/>
            <ac:spMk id="6" creationId="{F857179A-DC3E-4292-8631-29B2E3B91E5D}"/>
          </ac:spMkLst>
        </pc:spChg>
        <pc:spChg chg="mod">
          <ac:chgData name="DANIEL EDUARDO GONZALEZ BUITRAGO" userId="71fffa00-c650-4dd1-952c-53b01ba20028" providerId="ADAL" clId="{229594F3-150C-46CB-8B4C-C2CD6117B769}" dt="2023-03-18T13:31:08.252" v="212" actId="1076"/>
          <ac:spMkLst>
            <pc:docMk/>
            <pc:sldMk cId="3899617929" sldId="262"/>
            <ac:spMk id="8" creationId="{F1FFF71B-DCAA-43A3-8426-30001FAECADB}"/>
          </ac:spMkLst>
        </pc:spChg>
        <pc:picChg chg="add mod">
          <ac:chgData name="DANIEL EDUARDO GONZALEZ BUITRAGO" userId="71fffa00-c650-4dd1-952c-53b01ba20028" providerId="ADAL" clId="{229594F3-150C-46CB-8B4C-C2CD6117B769}" dt="2023-03-18T13:40:01.986" v="285" actId="14100"/>
          <ac:picMkLst>
            <pc:docMk/>
            <pc:sldMk cId="3899617929" sldId="262"/>
            <ac:picMk id="3" creationId="{09EEBA2E-B988-49D7-B98A-11B8657788D1}"/>
          </ac:picMkLst>
        </pc:picChg>
      </pc:sldChg>
      <pc:sldChg chg="addSp modSp add">
        <pc:chgData name="DANIEL EDUARDO GONZALEZ BUITRAGO" userId="71fffa00-c650-4dd1-952c-53b01ba20028" providerId="ADAL" clId="{229594F3-150C-46CB-8B4C-C2CD6117B769}" dt="2023-03-18T13:41:12.435" v="293" actId="14100"/>
        <pc:sldMkLst>
          <pc:docMk/>
          <pc:sldMk cId="2523408963" sldId="263"/>
        </pc:sldMkLst>
        <pc:spChg chg="mod">
          <ac:chgData name="DANIEL EDUARDO GONZALEZ BUITRAGO" userId="71fffa00-c650-4dd1-952c-53b01ba20028" providerId="ADAL" clId="{229594F3-150C-46CB-8B4C-C2CD6117B769}" dt="2023-03-18T13:40:25.802" v="286" actId="1076"/>
          <ac:spMkLst>
            <pc:docMk/>
            <pc:sldMk cId="2523408963" sldId="263"/>
            <ac:spMk id="6" creationId="{F857179A-DC3E-4292-8631-29B2E3B91E5D}"/>
          </ac:spMkLst>
        </pc:spChg>
        <pc:spChg chg="mod">
          <ac:chgData name="DANIEL EDUARDO GONZALEZ BUITRAGO" userId="71fffa00-c650-4dd1-952c-53b01ba20028" providerId="ADAL" clId="{229594F3-150C-46CB-8B4C-C2CD6117B769}" dt="2023-03-18T13:30:57.757" v="208" actId="1076"/>
          <ac:spMkLst>
            <pc:docMk/>
            <pc:sldMk cId="2523408963" sldId="263"/>
            <ac:spMk id="8" creationId="{F1FFF71B-DCAA-43A3-8426-30001FAECADB}"/>
          </ac:spMkLst>
        </pc:spChg>
        <pc:picChg chg="add mod">
          <ac:chgData name="DANIEL EDUARDO GONZALEZ BUITRAGO" userId="71fffa00-c650-4dd1-952c-53b01ba20028" providerId="ADAL" clId="{229594F3-150C-46CB-8B4C-C2CD6117B769}" dt="2023-03-18T13:40:33.539" v="288" actId="1076"/>
          <ac:picMkLst>
            <pc:docMk/>
            <pc:sldMk cId="2523408963" sldId="263"/>
            <ac:picMk id="3" creationId="{8954677C-08D2-486F-85A5-D8B54252F797}"/>
          </ac:picMkLst>
        </pc:picChg>
        <pc:picChg chg="add mod">
          <ac:chgData name="DANIEL EDUARDO GONZALEZ BUITRAGO" userId="71fffa00-c650-4dd1-952c-53b01ba20028" providerId="ADAL" clId="{229594F3-150C-46CB-8B4C-C2CD6117B769}" dt="2023-03-18T13:41:12.435" v="293" actId="14100"/>
          <ac:picMkLst>
            <pc:docMk/>
            <pc:sldMk cId="2523408963" sldId="263"/>
            <ac:picMk id="7" creationId="{CB4977B6-0AC4-4E8F-A492-18E2F02916FD}"/>
          </ac:picMkLst>
        </pc:picChg>
      </pc:sldChg>
      <pc:sldChg chg="modSp add">
        <pc:chgData name="DANIEL EDUARDO GONZALEZ BUITRAGO" userId="71fffa00-c650-4dd1-952c-53b01ba20028" providerId="ADAL" clId="{229594F3-150C-46CB-8B4C-C2CD6117B769}" dt="2023-03-18T13:44:08.335" v="420" actId="5793"/>
        <pc:sldMkLst>
          <pc:docMk/>
          <pc:sldMk cId="2641683462" sldId="264"/>
        </pc:sldMkLst>
        <pc:spChg chg="mod">
          <ac:chgData name="DANIEL EDUARDO GONZALEZ BUITRAGO" userId="71fffa00-c650-4dd1-952c-53b01ba20028" providerId="ADAL" clId="{229594F3-150C-46CB-8B4C-C2CD6117B769}" dt="2023-03-18T13:44:08.335" v="420" actId="5793"/>
          <ac:spMkLst>
            <pc:docMk/>
            <pc:sldMk cId="2641683462" sldId="264"/>
            <ac:spMk id="6" creationId="{F857179A-DC3E-4292-8631-29B2E3B91E5D}"/>
          </ac:spMkLst>
        </pc:spChg>
        <pc:spChg chg="mod">
          <ac:chgData name="DANIEL EDUARDO GONZALEZ BUITRAGO" userId="71fffa00-c650-4dd1-952c-53b01ba20028" providerId="ADAL" clId="{229594F3-150C-46CB-8B4C-C2CD6117B769}" dt="2023-03-18T13:30:47.754" v="205" actId="1076"/>
          <ac:spMkLst>
            <pc:docMk/>
            <pc:sldMk cId="2641683462" sldId="264"/>
            <ac:spMk id="8" creationId="{F1FFF71B-DCAA-43A3-8426-30001FAECADB}"/>
          </ac:spMkLst>
        </pc:spChg>
        <pc:picChg chg="mod">
          <ac:chgData name="DANIEL EDUARDO GONZALEZ BUITRAGO" userId="71fffa00-c650-4dd1-952c-53b01ba20028" providerId="ADAL" clId="{229594F3-150C-46CB-8B4C-C2CD6117B769}" dt="2023-03-18T13:30:41.532" v="203" actId="1037"/>
          <ac:picMkLst>
            <pc:docMk/>
            <pc:sldMk cId="2641683462" sldId="264"/>
            <ac:picMk id="5" creationId="{EAE1BB54-787C-49F8-9E2F-5144DA830F17}"/>
          </ac:picMkLst>
        </pc:picChg>
      </pc:sldChg>
      <pc:sldChg chg="modSp add">
        <pc:chgData name="DANIEL EDUARDO GONZALEZ BUITRAGO" userId="71fffa00-c650-4dd1-952c-53b01ba20028" providerId="ADAL" clId="{229594F3-150C-46CB-8B4C-C2CD6117B769}" dt="2023-03-18T13:41:59.675" v="336"/>
        <pc:sldMkLst>
          <pc:docMk/>
          <pc:sldMk cId="840978641" sldId="265"/>
        </pc:sldMkLst>
        <pc:spChg chg="mod">
          <ac:chgData name="DANIEL EDUARDO GONZALEZ BUITRAGO" userId="71fffa00-c650-4dd1-952c-53b01ba20028" providerId="ADAL" clId="{229594F3-150C-46CB-8B4C-C2CD6117B769}" dt="2023-03-18T13:41:59.675" v="336"/>
          <ac:spMkLst>
            <pc:docMk/>
            <pc:sldMk cId="840978641" sldId="265"/>
            <ac:spMk id="6" creationId="{F857179A-DC3E-4292-8631-29B2E3B91E5D}"/>
          </ac:spMkLst>
        </pc:spChg>
      </pc:sldChg>
      <pc:sldChg chg="modSp add del">
        <pc:chgData name="DANIEL EDUARDO GONZALEZ BUITRAGO" userId="71fffa00-c650-4dd1-952c-53b01ba20028" providerId="ADAL" clId="{229594F3-150C-46CB-8B4C-C2CD6117B769}" dt="2023-03-18T13:41:38.111" v="315" actId="2696"/>
        <pc:sldMkLst>
          <pc:docMk/>
          <pc:sldMk cId="2104168774" sldId="265"/>
        </pc:sldMkLst>
        <pc:spChg chg="mod">
          <ac:chgData name="DANIEL EDUARDO GONZALEZ BUITRAGO" userId="71fffa00-c650-4dd1-952c-53b01ba20028" providerId="ADAL" clId="{229594F3-150C-46CB-8B4C-C2CD6117B769}" dt="2023-03-18T13:41:35.248" v="314" actId="20577"/>
          <ac:spMkLst>
            <pc:docMk/>
            <pc:sldMk cId="2104168774" sldId="265"/>
            <ac:spMk id="8" creationId="{F1FFF71B-DCAA-43A3-8426-30001FAECADB}"/>
          </ac:spMkLst>
        </pc:spChg>
      </pc:sldChg>
      <pc:sldChg chg="add del">
        <pc:chgData name="DANIEL EDUARDO GONZALEZ BUITRAGO" userId="71fffa00-c650-4dd1-952c-53b01ba20028" providerId="ADAL" clId="{229594F3-150C-46CB-8B4C-C2CD6117B769}" dt="2023-03-18T13:30:51.223" v="206" actId="2696"/>
        <pc:sldMkLst>
          <pc:docMk/>
          <pc:sldMk cId="3941419854" sldId="265"/>
        </pc:sldMkLst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11021E8-98E7-49A1-A34F-3E2CDFE10D2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0010B1A7-4BDF-4922-8709-E91D70EB3EA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/>
              <a:t>Haga clic para modificar el estilo de subtítulo del patrón</a:t>
            </a:r>
            <a:endParaRPr lang="es-CO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968D81D7-372D-4DFE-A446-CD9816A8C3C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88564C-E309-4104-A440-B6A484B88251}" type="datetimeFigureOut">
              <a:rPr lang="es-CO" smtClean="0"/>
              <a:t>18/03/2023</a:t>
            </a:fld>
            <a:endParaRPr lang="es-CO" dirty="0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B79DB594-3A17-40F7-A443-1674999F39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 dirty="0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E4380C26-E6B8-40F7-A6E3-DE825A69CC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30E61-40F0-4396-B02F-5EC8335BC5B6}" type="slidenum">
              <a:rPr lang="es-CO" smtClean="0"/>
              <a:t>‹Nº›</a:t>
            </a:fld>
            <a:endParaRPr lang="es-CO" dirty="0"/>
          </a:p>
        </p:txBody>
      </p:sp>
    </p:spTree>
    <p:extLst>
      <p:ext uri="{BB962C8B-B14F-4D97-AF65-F5344CB8AC3E}">
        <p14:creationId xmlns:p14="http://schemas.microsoft.com/office/powerpoint/2010/main" val="24380027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B353FAF-2CFD-4E33-84C8-0BCE95DDE9F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3D2768E3-51CD-4991-9801-494BD783449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Editar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1DA771C2-45FB-4318-B06C-7BA530246B9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88564C-E309-4104-A440-B6A484B88251}" type="datetimeFigureOut">
              <a:rPr lang="es-CO" smtClean="0"/>
              <a:t>18/03/2023</a:t>
            </a:fld>
            <a:endParaRPr lang="es-CO" dirty="0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CEA7F955-D529-490B-AF2A-92AE5A36883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 dirty="0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27EEA558-CC2A-4F2F-9A82-8204BCECFF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30E61-40F0-4396-B02F-5EC8335BC5B6}" type="slidenum">
              <a:rPr lang="es-CO" smtClean="0"/>
              <a:t>‹Nº›</a:t>
            </a:fld>
            <a:endParaRPr lang="es-CO" dirty="0"/>
          </a:p>
        </p:txBody>
      </p:sp>
    </p:spTree>
    <p:extLst>
      <p:ext uri="{BB962C8B-B14F-4D97-AF65-F5344CB8AC3E}">
        <p14:creationId xmlns:p14="http://schemas.microsoft.com/office/powerpoint/2010/main" val="380018409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813623F-FFA5-407F-A9A4-7BB9D677CDF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6DD6D995-76EC-4DAC-B775-CE9D18C9E5F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Editar los estilos de texto del patrón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03D89DD3-4AEF-4E83-BE4E-E6E519BD761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88564C-E309-4104-A440-B6A484B88251}" type="datetimeFigureOut">
              <a:rPr lang="es-CO" smtClean="0"/>
              <a:t>18/03/2023</a:t>
            </a:fld>
            <a:endParaRPr lang="es-CO" dirty="0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8617FDEA-3875-49A1-9E03-3290D921FDB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 dirty="0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7B361B5D-EB4E-4688-A51A-3B250EC066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30E61-40F0-4396-B02F-5EC8335BC5B6}" type="slidenum">
              <a:rPr lang="es-CO" smtClean="0"/>
              <a:t>‹Nº›</a:t>
            </a:fld>
            <a:endParaRPr lang="es-CO" dirty="0"/>
          </a:p>
        </p:txBody>
      </p:sp>
    </p:spTree>
    <p:extLst>
      <p:ext uri="{BB962C8B-B14F-4D97-AF65-F5344CB8AC3E}">
        <p14:creationId xmlns:p14="http://schemas.microsoft.com/office/powerpoint/2010/main" val="389423266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2E2F62D-7202-4571-8DE5-B0315FEDBBE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D86B2AF4-354D-45BF-A820-2C9BE060B40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Editar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AE2195C1-95FE-4AF9-B3DD-B4FE8133D59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Editar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249154A4-C588-4D62-9D92-148183AC932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88564C-E309-4104-A440-B6A484B88251}" type="datetimeFigureOut">
              <a:rPr lang="es-CO" smtClean="0"/>
              <a:t>18/03/2023</a:t>
            </a:fld>
            <a:endParaRPr lang="es-CO" dirty="0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A68F4043-7A9B-4523-B7E0-9715B92851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 dirty="0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8330E142-594A-4A6A-8674-21277D0DA3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30E61-40F0-4396-B02F-5EC8335BC5B6}" type="slidenum">
              <a:rPr lang="es-CO" smtClean="0"/>
              <a:t>‹Nº›</a:t>
            </a:fld>
            <a:endParaRPr lang="es-CO" dirty="0"/>
          </a:p>
        </p:txBody>
      </p:sp>
    </p:spTree>
    <p:extLst>
      <p:ext uri="{BB962C8B-B14F-4D97-AF65-F5344CB8AC3E}">
        <p14:creationId xmlns:p14="http://schemas.microsoft.com/office/powerpoint/2010/main" val="274892216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37456F0-94F2-4DE6-A3E5-36381C3BCCF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BB7FEBE6-7070-4FB3-A8AC-9EF21A8D20F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Editar los estilos de texto del patrón</a:t>
            </a:r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D50BD1E1-CB02-47D7-9819-D355C0F1673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s-ES"/>
              <a:t>Editar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5" name="Marcador de texto 4">
            <a:extLst>
              <a:ext uri="{FF2B5EF4-FFF2-40B4-BE49-F238E27FC236}">
                <a16:creationId xmlns:a16="http://schemas.microsoft.com/office/drawing/2014/main" id="{053D7F44-401C-4CF1-AC56-8313CA3D64C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Editar los estilos de texto del patrón</a:t>
            </a:r>
          </a:p>
        </p:txBody>
      </p:sp>
      <p:sp>
        <p:nvSpPr>
          <p:cNvPr id="6" name="Marcador de contenido 5">
            <a:extLst>
              <a:ext uri="{FF2B5EF4-FFF2-40B4-BE49-F238E27FC236}">
                <a16:creationId xmlns:a16="http://schemas.microsoft.com/office/drawing/2014/main" id="{595E6CA7-B148-40F9-AFE0-4121254751E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s-ES"/>
              <a:t>Editar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7" name="Marcador de fecha 6">
            <a:extLst>
              <a:ext uri="{FF2B5EF4-FFF2-40B4-BE49-F238E27FC236}">
                <a16:creationId xmlns:a16="http://schemas.microsoft.com/office/drawing/2014/main" id="{A009A2A2-98DB-4217-997B-F74202AB668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88564C-E309-4104-A440-B6A484B88251}" type="datetimeFigureOut">
              <a:rPr lang="es-CO" smtClean="0"/>
              <a:t>18/03/2023</a:t>
            </a:fld>
            <a:endParaRPr lang="es-CO" dirty="0"/>
          </a:p>
        </p:txBody>
      </p:sp>
      <p:sp>
        <p:nvSpPr>
          <p:cNvPr id="8" name="Marcador de pie de página 7">
            <a:extLst>
              <a:ext uri="{FF2B5EF4-FFF2-40B4-BE49-F238E27FC236}">
                <a16:creationId xmlns:a16="http://schemas.microsoft.com/office/drawing/2014/main" id="{04706E69-AB83-4C7B-B2F0-8BFF1B43BE6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 dirty="0"/>
          </a:p>
        </p:txBody>
      </p:sp>
      <p:sp>
        <p:nvSpPr>
          <p:cNvPr id="9" name="Marcador de número de diapositiva 8">
            <a:extLst>
              <a:ext uri="{FF2B5EF4-FFF2-40B4-BE49-F238E27FC236}">
                <a16:creationId xmlns:a16="http://schemas.microsoft.com/office/drawing/2014/main" id="{C2E71EF6-52AB-417F-867E-4258DD75B3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30E61-40F0-4396-B02F-5EC8335BC5B6}" type="slidenum">
              <a:rPr lang="es-CO" smtClean="0"/>
              <a:t>‹Nº›</a:t>
            </a:fld>
            <a:endParaRPr lang="es-CO" dirty="0"/>
          </a:p>
        </p:txBody>
      </p:sp>
    </p:spTree>
    <p:extLst>
      <p:ext uri="{BB962C8B-B14F-4D97-AF65-F5344CB8AC3E}">
        <p14:creationId xmlns:p14="http://schemas.microsoft.com/office/powerpoint/2010/main" val="10454533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DC37C35-181C-4DDF-BE48-355F2EE50CB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fecha 2">
            <a:extLst>
              <a:ext uri="{FF2B5EF4-FFF2-40B4-BE49-F238E27FC236}">
                <a16:creationId xmlns:a16="http://schemas.microsoft.com/office/drawing/2014/main" id="{2E6B7A31-CE3D-489F-BDF3-DFF61B60E20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88564C-E309-4104-A440-B6A484B88251}" type="datetimeFigureOut">
              <a:rPr lang="es-CO" smtClean="0"/>
              <a:t>18/03/2023</a:t>
            </a:fld>
            <a:endParaRPr lang="es-CO" dirty="0"/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B3F31364-B681-46E7-832A-3678435C767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 dirty="0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A8F2829D-99DB-4861-8E11-7B1D90F4A3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30E61-40F0-4396-B02F-5EC8335BC5B6}" type="slidenum">
              <a:rPr lang="es-CO" smtClean="0"/>
              <a:t>‹Nº›</a:t>
            </a:fld>
            <a:endParaRPr lang="es-CO" dirty="0"/>
          </a:p>
        </p:txBody>
      </p:sp>
    </p:spTree>
    <p:extLst>
      <p:ext uri="{BB962C8B-B14F-4D97-AF65-F5344CB8AC3E}">
        <p14:creationId xmlns:p14="http://schemas.microsoft.com/office/powerpoint/2010/main" val="164078700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fecha 1">
            <a:extLst>
              <a:ext uri="{FF2B5EF4-FFF2-40B4-BE49-F238E27FC236}">
                <a16:creationId xmlns:a16="http://schemas.microsoft.com/office/drawing/2014/main" id="{7B1CA0B7-44A2-46D8-ACE1-CF61202249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88564C-E309-4104-A440-B6A484B88251}" type="datetimeFigureOut">
              <a:rPr lang="es-CO" smtClean="0"/>
              <a:t>18/03/2023</a:t>
            </a:fld>
            <a:endParaRPr lang="es-CO" dirty="0"/>
          </a:p>
        </p:txBody>
      </p:sp>
      <p:sp>
        <p:nvSpPr>
          <p:cNvPr id="3" name="Marcador de pie de página 2">
            <a:extLst>
              <a:ext uri="{FF2B5EF4-FFF2-40B4-BE49-F238E27FC236}">
                <a16:creationId xmlns:a16="http://schemas.microsoft.com/office/drawing/2014/main" id="{2135DBF2-98D1-47B2-A67B-3BCDCE2EA3A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 dirty="0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60097CDF-7320-48DD-BDEE-7A5CB4D543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30E61-40F0-4396-B02F-5EC8335BC5B6}" type="slidenum">
              <a:rPr lang="es-CO" smtClean="0"/>
              <a:t>‹Nº›</a:t>
            </a:fld>
            <a:endParaRPr lang="es-CO" dirty="0"/>
          </a:p>
        </p:txBody>
      </p:sp>
    </p:spTree>
    <p:extLst>
      <p:ext uri="{BB962C8B-B14F-4D97-AF65-F5344CB8AC3E}">
        <p14:creationId xmlns:p14="http://schemas.microsoft.com/office/powerpoint/2010/main" val="301784768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3905F10-1164-4C26-B935-BE3D27EB60D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F7DC33A0-96E8-407B-A1B2-43DD06987CF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/>
              <a:t>Editar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DCA624DB-FE77-4651-A22D-0EFC1A5BFA7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Editar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06D4844F-40AE-4382-AE9D-7583D82F0FF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88564C-E309-4104-A440-B6A484B88251}" type="datetimeFigureOut">
              <a:rPr lang="es-CO" smtClean="0"/>
              <a:t>18/03/2023</a:t>
            </a:fld>
            <a:endParaRPr lang="es-CO" dirty="0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73DF5ABE-A146-4EE3-9426-29F16E60D2B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 dirty="0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C8F6C16C-CB52-4409-8B7B-F51961AF9A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30E61-40F0-4396-B02F-5EC8335BC5B6}" type="slidenum">
              <a:rPr lang="es-CO" smtClean="0"/>
              <a:t>‹Nº›</a:t>
            </a:fld>
            <a:endParaRPr lang="es-CO" dirty="0"/>
          </a:p>
        </p:txBody>
      </p:sp>
    </p:spTree>
    <p:extLst>
      <p:ext uri="{BB962C8B-B14F-4D97-AF65-F5344CB8AC3E}">
        <p14:creationId xmlns:p14="http://schemas.microsoft.com/office/powerpoint/2010/main" val="186967107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73C60F3-2068-458D-8BE7-A0E26E3312E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posición de imagen 2">
            <a:extLst>
              <a:ext uri="{FF2B5EF4-FFF2-40B4-BE49-F238E27FC236}">
                <a16:creationId xmlns:a16="http://schemas.microsoft.com/office/drawing/2014/main" id="{D1BC1031-0831-4443-8386-9EB479C4AD6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s-CO" dirty="0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8F2C58FF-56CA-4F00-B3C6-78C5322C9C4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Editar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A61DCFF3-78AB-498E-BE26-20BE9FD918D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88564C-E309-4104-A440-B6A484B88251}" type="datetimeFigureOut">
              <a:rPr lang="es-CO" smtClean="0"/>
              <a:t>18/03/2023</a:t>
            </a:fld>
            <a:endParaRPr lang="es-CO" dirty="0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2BD6398B-0AA2-447F-ACCD-8BA25C6777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 dirty="0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7D341C7B-B618-4DBB-B8D2-0533158382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30E61-40F0-4396-B02F-5EC8335BC5B6}" type="slidenum">
              <a:rPr lang="es-CO" smtClean="0"/>
              <a:t>‹Nº›</a:t>
            </a:fld>
            <a:endParaRPr lang="es-CO" dirty="0"/>
          </a:p>
        </p:txBody>
      </p:sp>
    </p:spTree>
    <p:extLst>
      <p:ext uri="{BB962C8B-B14F-4D97-AF65-F5344CB8AC3E}">
        <p14:creationId xmlns:p14="http://schemas.microsoft.com/office/powerpoint/2010/main" val="310193468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22A0B8B-945C-4DCC-8917-7CCD656CD1F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EDA7C803-431D-4F85-9C5C-C79F0F30984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Editar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4633081F-13A0-4B2D-8A00-55E9D32AB8C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88564C-E309-4104-A440-B6A484B88251}" type="datetimeFigureOut">
              <a:rPr lang="es-CO" smtClean="0"/>
              <a:t>18/03/2023</a:t>
            </a:fld>
            <a:endParaRPr lang="es-CO" dirty="0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C2E4E5DA-0228-4057-BA56-180EBA4FE3A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 dirty="0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0FAFC104-F688-47AD-936D-5D944B17D4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30E61-40F0-4396-B02F-5EC8335BC5B6}" type="slidenum">
              <a:rPr lang="es-CO" smtClean="0"/>
              <a:t>‹Nº›</a:t>
            </a:fld>
            <a:endParaRPr lang="es-CO" dirty="0"/>
          </a:p>
        </p:txBody>
      </p:sp>
    </p:spTree>
    <p:extLst>
      <p:ext uri="{BB962C8B-B14F-4D97-AF65-F5344CB8AC3E}">
        <p14:creationId xmlns:p14="http://schemas.microsoft.com/office/powerpoint/2010/main" val="49193974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4827B41A-4CBC-43AA-87C0-C513976EB75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6407EB1A-455A-4830-B45E-2D26B98194A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s-ES"/>
              <a:t>Editar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6A65C897-4E06-4F13-AE26-80209E104B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88564C-E309-4104-A440-B6A484B88251}" type="datetimeFigureOut">
              <a:rPr lang="es-CO" smtClean="0"/>
              <a:t>18/03/2023</a:t>
            </a:fld>
            <a:endParaRPr lang="es-CO" dirty="0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B9107C5B-BE27-4FE2-87E2-8BC26192901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 dirty="0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8179A6A4-B1E7-4443-BD92-BB97A627AC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30E61-40F0-4396-B02F-5EC8335BC5B6}" type="slidenum">
              <a:rPr lang="es-CO" smtClean="0"/>
              <a:t>‹Nº›</a:t>
            </a:fld>
            <a:endParaRPr lang="es-CO" dirty="0"/>
          </a:p>
        </p:txBody>
      </p:sp>
    </p:spTree>
    <p:extLst>
      <p:ext uri="{BB962C8B-B14F-4D97-AF65-F5344CB8AC3E}">
        <p14:creationId xmlns:p14="http://schemas.microsoft.com/office/powerpoint/2010/main" val="212025832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>
            <a:extLst>
              <a:ext uri="{FF2B5EF4-FFF2-40B4-BE49-F238E27FC236}">
                <a16:creationId xmlns:a16="http://schemas.microsoft.com/office/drawing/2014/main" id="{D93A5BFD-9881-4B47-AAAB-66AA12785CD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4DD11C3F-4784-4358-822F-0FC3C2BBCEF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Editar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479DE991-4734-4A31-BE64-599E67B5E9F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E88564C-E309-4104-A440-B6A484B88251}" type="datetimeFigureOut">
              <a:rPr lang="es-CO" smtClean="0"/>
              <a:t>18/03/2023</a:t>
            </a:fld>
            <a:endParaRPr lang="es-CO" dirty="0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95B21416-B4F1-414F-8315-4E08904CF70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s-CO" dirty="0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A9F42323-8652-48F2-9974-F6E6546B788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D230E61-40F0-4396-B02F-5EC8335BC5B6}" type="slidenum">
              <a:rPr lang="es-CO" smtClean="0"/>
              <a:t>‹Nº›</a:t>
            </a:fld>
            <a:endParaRPr lang="es-CO" dirty="0"/>
          </a:p>
        </p:txBody>
      </p:sp>
    </p:spTree>
    <p:extLst>
      <p:ext uri="{BB962C8B-B14F-4D97-AF65-F5344CB8AC3E}">
        <p14:creationId xmlns:p14="http://schemas.microsoft.com/office/powerpoint/2010/main" val="122840187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CO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6.jfif"/></Relationships>
</file>

<file path=ppt/slides/_rels/slide5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7.jfif"/></Relationships>
</file>

<file path=ppt/slides/_rels/slide6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8.jfif"/></Relationships>
</file>

<file path=ppt/slides/_rels/slide8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4.xml"/><Relationship Id="rId5" Type="http://schemas.openxmlformats.org/officeDocument/2006/relationships/image" Target="../media/image10.jfif"/><Relationship Id="rId4" Type="http://schemas.openxmlformats.org/officeDocument/2006/relationships/image" Target="../media/image9.png"/></Relationships>
</file>

<file path=ppt/slides/_rels/slide9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4.xml"/></Relationships>
</file>

<file path=ppt/slides/_rels/slide10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n 4">
            <a:extLst>
              <a:ext uri="{FF2B5EF4-FFF2-40B4-BE49-F238E27FC236}">
                <a16:creationId xmlns:a16="http://schemas.microsoft.com/office/drawing/2014/main" id="{4A6622CF-995C-4350-A191-12DF0E0F6897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rightnessContrast bright="40000" contrast="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b="4386"/>
          <a:stretch/>
        </p:blipFill>
        <p:spPr>
          <a:xfrm>
            <a:off x="2703133" y="1643788"/>
            <a:ext cx="5708682" cy="5105400"/>
          </a:xfrm>
          <a:prstGeom prst="rect">
            <a:avLst/>
          </a:prstGeom>
        </p:spPr>
      </p:pic>
      <p:sp>
        <p:nvSpPr>
          <p:cNvPr id="2" name="Título 1">
            <a:extLst>
              <a:ext uri="{FF2B5EF4-FFF2-40B4-BE49-F238E27FC236}">
                <a16:creationId xmlns:a16="http://schemas.microsoft.com/office/drawing/2014/main" id="{093A74DA-1107-44FF-90B3-7ABFFE3297B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32522" y="698812"/>
            <a:ext cx="7275443" cy="944976"/>
          </a:xfrm>
        </p:spPr>
        <p:txBody>
          <a:bodyPr>
            <a:normAutofit fontScale="90000"/>
          </a:bodyPr>
          <a:lstStyle/>
          <a:p>
            <a:r>
              <a:rPr lang="es-ES" sz="11500" b="1" dirty="0">
                <a:solidFill>
                  <a:srgbClr val="FF0000"/>
                </a:solidFill>
              </a:rPr>
              <a:t>R</a:t>
            </a:r>
            <a:r>
              <a:rPr lang="es-ES" sz="11500" b="1" dirty="0"/>
              <a:t>eset</a:t>
            </a:r>
            <a:endParaRPr lang="es-CO" dirty="0"/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4A4A2E26-F248-4D5E-AF33-4DA7929253A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440015" y="512763"/>
            <a:ext cx="5943601" cy="944976"/>
          </a:xfrm>
        </p:spPr>
        <p:txBody>
          <a:bodyPr>
            <a:normAutofit/>
          </a:bodyPr>
          <a:lstStyle/>
          <a:p>
            <a:r>
              <a:rPr lang="es-ES" sz="4000" dirty="0"/>
              <a:t>Soluciones Digitales</a:t>
            </a:r>
            <a:endParaRPr lang="es-CO" sz="4000" dirty="0"/>
          </a:p>
        </p:txBody>
      </p:sp>
      <p:sp>
        <p:nvSpPr>
          <p:cNvPr id="8" name="CuadroTexto 7">
            <a:extLst>
              <a:ext uri="{FF2B5EF4-FFF2-40B4-BE49-F238E27FC236}">
                <a16:creationId xmlns:a16="http://schemas.microsoft.com/office/drawing/2014/main" id="{D60B69B7-4967-4435-85E0-C2DB4B101710}"/>
              </a:ext>
            </a:extLst>
          </p:cNvPr>
          <p:cNvSpPr txBox="1"/>
          <p:nvPr/>
        </p:nvSpPr>
        <p:spPr>
          <a:xfrm>
            <a:off x="7832035" y="5801945"/>
            <a:ext cx="283596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dirty="0"/>
              <a:t>GRUPO:</a:t>
            </a:r>
          </a:p>
          <a:p>
            <a:r>
              <a:rPr lang="es-ES" dirty="0"/>
              <a:t>  DANIEL GONZALEZ</a:t>
            </a:r>
            <a:endParaRPr lang="es-CO" dirty="0"/>
          </a:p>
        </p:txBody>
      </p:sp>
    </p:spTree>
    <p:extLst>
      <p:ext uri="{BB962C8B-B14F-4D97-AF65-F5344CB8AC3E}">
        <p14:creationId xmlns:p14="http://schemas.microsoft.com/office/powerpoint/2010/main" val="204327050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Marcador de contenido 4">
            <a:extLst>
              <a:ext uri="{FF2B5EF4-FFF2-40B4-BE49-F238E27FC236}">
                <a16:creationId xmlns:a16="http://schemas.microsoft.com/office/drawing/2014/main" id="{EAE1BB54-787C-49F8-9E2F-5144DA830F17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 rotWithShape="1"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rightnessContrast bright="40000" contrast="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b="4386"/>
          <a:stretch/>
        </p:blipFill>
        <p:spPr>
          <a:xfrm>
            <a:off x="277988" y="159967"/>
            <a:ext cx="2173666" cy="1943954"/>
          </a:xfrm>
          <a:prstGeom prst="rect">
            <a:avLst/>
          </a:prstGeom>
        </p:spPr>
      </p:pic>
      <p:sp>
        <p:nvSpPr>
          <p:cNvPr id="2" name="Título 1">
            <a:extLst>
              <a:ext uri="{FF2B5EF4-FFF2-40B4-BE49-F238E27FC236}">
                <a16:creationId xmlns:a16="http://schemas.microsoft.com/office/drawing/2014/main" id="{6F05F375-EEE3-4DAC-852F-4285BD76E5F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03644" y="365125"/>
            <a:ext cx="6215269" cy="1325563"/>
          </a:xfrm>
        </p:spPr>
        <p:txBody>
          <a:bodyPr/>
          <a:lstStyle/>
          <a:p>
            <a:r>
              <a:rPr lang="es-CO" b="1" dirty="0"/>
              <a:t>Segmento de clientes</a:t>
            </a:r>
            <a:endParaRPr lang="es-CO" dirty="0"/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EA3CE9B8-83D0-45BB-80A6-4AAAAFC2AB2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1073426" y="2141537"/>
            <a:ext cx="9445487" cy="4351338"/>
          </a:xfrm>
        </p:spPr>
        <p:txBody>
          <a:bodyPr/>
          <a:lstStyle/>
          <a:p>
            <a:r>
              <a:rPr lang="es-CO" b="1" dirty="0"/>
              <a:t>Segmento de clientes</a:t>
            </a:r>
          </a:p>
          <a:p>
            <a:r>
              <a:rPr lang="es-ES" dirty="0"/>
              <a:t>Estrato 2,3 y 4</a:t>
            </a:r>
            <a:endParaRPr lang="es-CO" dirty="0"/>
          </a:p>
          <a:p>
            <a:pPr lvl="0"/>
            <a:r>
              <a:rPr lang="es-CO" dirty="0"/>
              <a:t>Distribuidores de maquillaje y accesorios</a:t>
            </a:r>
          </a:p>
          <a:p>
            <a:pPr lvl="0"/>
            <a:r>
              <a:rPr lang="es-CO" dirty="0"/>
              <a:t>Negocios de comida rápida </a:t>
            </a:r>
          </a:p>
          <a:p>
            <a:pPr lvl="0"/>
            <a:r>
              <a:rPr lang="es-CO" dirty="0"/>
              <a:t>Tiendas de ropa</a:t>
            </a:r>
          </a:p>
          <a:p>
            <a:pPr lvl="0"/>
            <a:r>
              <a:rPr lang="es-CO" dirty="0"/>
              <a:t>Microempresas o pymes de fabricación de insumos.</a:t>
            </a:r>
          </a:p>
          <a:p>
            <a:pPr lvl="0"/>
            <a:r>
              <a:rPr lang="es-CO" dirty="0"/>
              <a:t>Tiendas de artículos para el hogar (cortinas, accesorios, lámparas) </a:t>
            </a:r>
          </a:p>
          <a:p>
            <a:endParaRPr lang="es-CO" dirty="0"/>
          </a:p>
        </p:txBody>
      </p:sp>
      <p:pic>
        <p:nvPicPr>
          <p:cNvPr id="7" name="Imagen 6">
            <a:extLst>
              <a:ext uri="{FF2B5EF4-FFF2-40B4-BE49-F238E27FC236}">
                <a16:creationId xmlns:a16="http://schemas.microsoft.com/office/drawing/2014/main" id="{DCBF3131-873A-4314-BF2F-6E1324881CC0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097081" y="1682957"/>
            <a:ext cx="3154016" cy="23440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0958365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F05F375-EEE3-4DAC-852F-4285BD76E5F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65983" y="469162"/>
            <a:ext cx="5751444" cy="1325563"/>
          </a:xfrm>
        </p:spPr>
        <p:txBody>
          <a:bodyPr/>
          <a:lstStyle/>
          <a:p>
            <a:r>
              <a:rPr lang="es-CO" b="1" dirty="0"/>
              <a:t>Relación con clientes </a:t>
            </a:r>
            <a:endParaRPr lang="es-CO" dirty="0"/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EA3CE9B8-83D0-45BB-80A6-4AAAAFC2AB2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1643270" y="2309079"/>
            <a:ext cx="9445487" cy="4351338"/>
          </a:xfrm>
        </p:spPr>
        <p:txBody>
          <a:bodyPr/>
          <a:lstStyle/>
          <a:p>
            <a:pPr lvl="0"/>
            <a:r>
              <a:rPr lang="es-CO" dirty="0"/>
              <a:t>Entrega de volantes</a:t>
            </a:r>
          </a:p>
          <a:p>
            <a:pPr lvl="0"/>
            <a:r>
              <a:rPr lang="es-CO" dirty="0"/>
              <a:t>Publicidad en Redes Sociales</a:t>
            </a:r>
          </a:p>
          <a:p>
            <a:pPr lvl="0"/>
            <a:r>
              <a:rPr lang="es-CO" dirty="0"/>
              <a:t>Google Ads</a:t>
            </a:r>
          </a:p>
          <a:p>
            <a:pPr lvl="0"/>
            <a:r>
              <a:rPr lang="es-CO" dirty="0"/>
              <a:t>Asesores personalizados</a:t>
            </a:r>
          </a:p>
          <a:p>
            <a:pPr lvl="0"/>
            <a:r>
              <a:rPr lang="es-CO" dirty="0"/>
              <a:t>Concursos</a:t>
            </a:r>
          </a:p>
          <a:p>
            <a:pPr lvl="0"/>
            <a:r>
              <a:rPr lang="es-CO" dirty="0"/>
              <a:t>Felicitaciones fechas especiales</a:t>
            </a:r>
          </a:p>
          <a:p>
            <a:pPr marL="0" indent="0">
              <a:buNone/>
            </a:pPr>
            <a:endParaRPr lang="es-CO" dirty="0"/>
          </a:p>
        </p:txBody>
      </p:sp>
      <p:pic>
        <p:nvPicPr>
          <p:cNvPr id="5" name="Marcador de contenido 4">
            <a:extLst>
              <a:ext uri="{FF2B5EF4-FFF2-40B4-BE49-F238E27FC236}">
                <a16:creationId xmlns:a16="http://schemas.microsoft.com/office/drawing/2014/main" id="{EAE1BB54-787C-49F8-9E2F-5144DA830F17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 rotWithShape="1"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rightnessContrast bright="40000" contrast="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b="4386"/>
          <a:stretch/>
        </p:blipFill>
        <p:spPr>
          <a:xfrm>
            <a:off x="277988" y="159967"/>
            <a:ext cx="2173666" cy="1943954"/>
          </a:xfrm>
          <a:prstGeom prst="rect">
            <a:avLst/>
          </a:prstGeom>
        </p:spPr>
      </p:pic>
      <p:pic>
        <p:nvPicPr>
          <p:cNvPr id="6" name="Imagen 5">
            <a:extLst>
              <a:ext uri="{FF2B5EF4-FFF2-40B4-BE49-F238E27FC236}">
                <a16:creationId xmlns:a16="http://schemas.microsoft.com/office/drawing/2014/main" id="{FDC56CF5-6324-4F58-81D2-4D23BE0EB4AE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843258" y="469162"/>
            <a:ext cx="1914525" cy="2390775"/>
          </a:xfrm>
          <a:prstGeom prst="rect">
            <a:avLst/>
          </a:prstGeom>
        </p:spPr>
      </p:pic>
      <p:pic>
        <p:nvPicPr>
          <p:cNvPr id="8" name="Imagen 7">
            <a:extLst>
              <a:ext uri="{FF2B5EF4-FFF2-40B4-BE49-F238E27FC236}">
                <a16:creationId xmlns:a16="http://schemas.microsoft.com/office/drawing/2014/main" id="{1B4C267B-AE1A-4107-9ED1-0FE435893EEA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991764" y="2859937"/>
            <a:ext cx="1867474" cy="981930"/>
          </a:xfrm>
          <a:prstGeom prst="rect">
            <a:avLst/>
          </a:prstGeom>
        </p:spPr>
      </p:pic>
      <p:pic>
        <p:nvPicPr>
          <p:cNvPr id="10" name="Imagen 9">
            <a:extLst>
              <a:ext uri="{FF2B5EF4-FFF2-40B4-BE49-F238E27FC236}">
                <a16:creationId xmlns:a16="http://schemas.microsoft.com/office/drawing/2014/main" id="{E59E62DB-B3B0-4BD4-847F-C4E2B9E323BC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089803" y="4374414"/>
            <a:ext cx="3506910" cy="17534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9684396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F05F375-EEE3-4DAC-852F-4285BD76E5F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392555" y="338345"/>
            <a:ext cx="5844209" cy="1325563"/>
          </a:xfrm>
        </p:spPr>
        <p:txBody>
          <a:bodyPr/>
          <a:lstStyle/>
          <a:p>
            <a:r>
              <a:rPr lang="es-CO" b="1" dirty="0"/>
              <a:t>Canales de Distribución </a:t>
            </a:r>
            <a:endParaRPr lang="es-CO" dirty="0"/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EA3CE9B8-83D0-45BB-80A6-4AAAAFC2AB2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096000" y="1828800"/>
            <a:ext cx="5181600" cy="4351338"/>
          </a:xfrm>
        </p:spPr>
        <p:txBody>
          <a:bodyPr/>
          <a:lstStyle/>
          <a:p>
            <a:pPr marL="0" indent="0">
              <a:buNone/>
            </a:pPr>
            <a:r>
              <a:rPr lang="es-CO" b="1" dirty="0"/>
              <a:t>Indirecto</a:t>
            </a:r>
            <a:endParaRPr lang="es-CO" dirty="0"/>
          </a:p>
          <a:p>
            <a:pPr lvl="0"/>
            <a:r>
              <a:rPr lang="es-CO" dirty="0"/>
              <a:t>Correo electrónico</a:t>
            </a:r>
          </a:p>
          <a:p>
            <a:pPr lvl="0"/>
            <a:r>
              <a:rPr lang="es-CO" dirty="0"/>
              <a:t>WhatsApp Bussines</a:t>
            </a:r>
          </a:p>
          <a:p>
            <a:pPr lvl="0"/>
            <a:r>
              <a:rPr lang="es-CO" dirty="0"/>
              <a:t>Referidos</a:t>
            </a:r>
          </a:p>
          <a:p>
            <a:pPr lvl="0"/>
            <a:r>
              <a:rPr lang="es-CO" dirty="0"/>
              <a:t>Redes sociales</a:t>
            </a:r>
          </a:p>
          <a:p>
            <a:endParaRPr lang="es-CO" dirty="0"/>
          </a:p>
        </p:txBody>
      </p:sp>
      <p:pic>
        <p:nvPicPr>
          <p:cNvPr id="5" name="Marcador de contenido 4">
            <a:extLst>
              <a:ext uri="{FF2B5EF4-FFF2-40B4-BE49-F238E27FC236}">
                <a16:creationId xmlns:a16="http://schemas.microsoft.com/office/drawing/2014/main" id="{EAE1BB54-787C-49F8-9E2F-5144DA830F17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 rotWithShape="1"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rightnessContrast bright="40000" contrast="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b="4386"/>
          <a:stretch/>
        </p:blipFill>
        <p:spPr>
          <a:xfrm>
            <a:off x="277988" y="159967"/>
            <a:ext cx="2173666" cy="1943954"/>
          </a:xfrm>
          <a:prstGeom prst="rect">
            <a:avLst/>
          </a:prstGeom>
        </p:spPr>
      </p:pic>
      <p:sp>
        <p:nvSpPr>
          <p:cNvPr id="6" name="Marcador de contenido 3">
            <a:extLst>
              <a:ext uri="{FF2B5EF4-FFF2-40B4-BE49-F238E27FC236}">
                <a16:creationId xmlns:a16="http://schemas.microsoft.com/office/drawing/2014/main" id="{899CFB94-3D9E-4C4A-B64C-33CFB7957CBA}"/>
              </a:ext>
            </a:extLst>
          </p:cNvPr>
          <p:cNvSpPr txBox="1">
            <a:spLocks/>
          </p:cNvSpPr>
          <p:nvPr/>
        </p:nvSpPr>
        <p:spPr>
          <a:xfrm>
            <a:off x="990600" y="2268813"/>
            <a:ext cx="5181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s-CO" b="1" dirty="0"/>
              <a:t>Directos </a:t>
            </a:r>
            <a:endParaRPr lang="es-CO" dirty="0"/>
          </a:p>
          <a:p>
            <a:r>
              <a:rPr lang="es-CO" dirty="0"/>
              <a:t>Pagina Web </a:t>
            </a:r>
          </a:p>
          <a:p>
            <a:r>
              <a:rPr lang="es-CO" dirty="0"/>
              <a:t>Asesores ventas Presenciales</a:t>
            </a:r>
          </a:p>
          <a:p>
            <a:r>
              <a:rPr lang="es-CO" dirty="0"/>
              <a:t>Asesores ventas Telefónico</a:t>
            </a:r>
          </a:p>
          <a:p>
            <a:endParaRPr lang="es-CO" dirty="0"/>
          </a:p>
        </p:txBody>
      </p:sp>
      <p:pic>
        <p:nvPicPr>
          <p:cNvPr id="7" name="Imagen 6">
            <a:extLst>
              <a:ext uri="{FF2B5EF4-FFF2-40B4-BE49-F238E27FC236}">
                <a16:creationId xmlns:a16="http://schemas.microsoft.com/office/drawing/2014/main" id="{EAECC143-50C2-4610-A7B4-BEFE6634E1DF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53501" y="4627563"/>
            <a:ext cx="5319507" cy="18920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8843307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F05F375-EEE3-4DAC-852F-4285BD76E5F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12974" y="469162"/>
            <a:ext cx="5088835" cy="1325563"/>
          </a:xfrm>
        </p:spPr>
        <p:txBody>
          <a:bodyPr/>
          <a:lstStyle/>
          <a:p>
            <a:r>
              <a:rPr lang="es-CO" b="1" dirty="0"/>
              <a:t>Propuesta de valor</a:t>
            </a:r>
            <a:endParaRPr lang="es-CO" dirty="0"/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EA3CE9B8-83D0-45BB-80A6-4AAAAFC2AB2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277988" y="2254875"/>
            <a:ext cx="9657522" cy="2808401"/>
          </a:xfrm>
        </p:spPr>
        <p:txBody>
          <a:bodyPr>
            <a:normAutofit/>
          </a:bodyPr>
          <a:lstStyle/>
          <a:p>
            <a:pPr lvl="0"/>
            <a:r>
              <a:rPr lang="es-CO" dirty="0"/>
              <a:t>Reset Apoya y acompaña el crecimiento de negocios y empresas que deciden incluir su marca en el mercado digital, por medio de nuestras herramientas web que les entregan agilidad en la interacción con sus clientes, simplicidad en los procesos y una interfaz ligera visualmente, aportando un valor diferencial para su marca comercial. </a:t>
            </a:r>
          </a:p>
          <a:p>
            <a:endParaRPr lang="es-CO" dirty="0"/>
          </a:p>
        </p:txBody>
      </p:sp>
      <p:pic>
        <p:nvPicPr>
          <p:cNvPr id="5" name="Marcador de contenido 4">
            <a:extLst>
              <a:ext uri="{FF2B5EF4-FFF2-40B4-BE49-F238E27FC236}">
                <a16:creationId xmlns:a16="http://schemas.microsoft.com/office/drawing/2014/main" id="{EAE1BB54-787C-49F8-9E2F-5144DA830F17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 rotWithShape="1"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rightnessContrast bright="40000" contrast="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b="4386"/>
          <a:stretch/>
        </p:blipFill>
        <p:spPr>
          <a:xfrm>
            <a:off x="277988" y="159967"/>
            <a:ext cx="2173666" cy="1943954"/>
          </a:xfrm>
          <a:prstGeom prst="rect">
            <a:avLst/>
          </a:prstGeom>
        </p:spPr>
      </p:pic>
      <p:pic>
        <p:nvPicPr>
          <p:cNvPr id="6" name="Imagen 5">
            <a:extLst>
              <a:ext uri="{FF2B5EF4-FFF2-40B4-BE49-F238E27FC236}">
                <a16:creationId xmlns:a16="http://schemas.microsoft.com/office/drawing/2014/main" id="{011B41AD-018D-4C6F-9ED7-6C6E5B5FE082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957391" y="4381616"/>
            <a:ext cx="4567237" cy="22836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9739168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Marcador de contenido 4">
            <a:extLst>
              <a:ext uri="{FF2B5EF4-FFF2-40B4-BE49-F238E27FC236}">
                <a16:creationId xmlns:a16="http://schemas.microsoft.com/office/drawing/2014/main" id="{EAE1BB54-787C-49F8-9E2F-5144DA830F17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 rotWithShape="1"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rightnessContrast bright="40000" contrast="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b="4386"/>
          <a:stretch/>
        </p:blipFill>
        <p:spPr>
          <a:xfrm>
            <a:off x="0" y="-16674"/>
            <a:ext cx="2173666" cy="1943954"/>
          </a:xfrm>
          <a:prstGeom prst="rect">
            <a:avLst/>
          </a:prstGeom>
        </p:spPr>
      </p:pic>
      <p:sp>
        <p:nvSpPr>
          <p:cNvPr id="6" name="Marcador de contenido 5">
            <a:extLst>
              <a:ext uri="{FF2B5EF4-FFF2-40B4-BE49-F238E27FC236}">
                <a16:creationId xmlns:a16="http://schemas.microsoft.com/office/drawing/2014/main" id="{F857179A-DC3E-4292-8631-29B2E3B91E5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1457432" y="2038778"/>
            <a:ext cx="9697278" cy="3766792"/>
          </a:xfrm>
        </p:spPr>
        <p:txBody>
          <a:bodyPr>
            <a:normAutofit lnSpcReduction="10000"/>
          </a:bodyPr>
          <a:lstStyle/>
          <a:p>
            <a:pPr lvl="0"/>
            <a:r>
              <a:rPr lang="es-CO" dirty="0"/>
              <a:t>Contar con Sitios web que sean de aporte al negocio de nuestros clientes, brindando información de valor.</a:t>
            </a:r>
          </a:p>
          <a:p>
            <a:pPr marL="0" lvl="0" indent="0">
              <a:buNone/>
            </a:pPr>
            <a:endParaRPr lang="es-CO" dirty="0"/>
          </a:p>
          <a:p>
            <a:pPr lvl="0"/>
            <a:r>
              <a:rPr lang="es-CO" dirty="0"/>
              <a:t>Definir estilos o diseños simples y ligeros conforme a las tendencias de las páginas web.</a:t>
            </a:r>
          </a:p>
          <a:p>
            <a:pPr marL="0" lvl="0" indent="0">
              <a:buNone/>
            </a:pPr>
            <a:endParaRPr lang="es-CO" dirty="0"/>
          </a:p>
          <a:p>
            <a:pPr lvl="0"/>
            <a:r>
              <a:rPr lang="es-CO" dirty="0"/>
              <a:t>Mantener actualizada la información de la base de datos obtenida de nuestros canales directos e indirectos de adquisición, ventas, servicio post venta y fidelización.</a:t>
            </a:r>
          </a:p>
          <a:p>
            <a:endParaRPr lang="es-CO" dirty="0"/>
          </a:p>
        </p:txBody>
      </p:sp>
      <p:sp>
        <p:nvSpPr>
          <p:cNvPr id="8" name="Título 7">
            <a:extLst>
              <a:ext uri="{FF2B5EF4-FFF2-40B4-BE49-F238E27FC236}">
                <a16:creationId xmlns:a16="http://schemas.microsoft.com/office/drawing/2014/main" id="{F1FFF71B-DCAA-43A3-8426-30001FAECAD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34680" y="469162"/>
            <a:ext cx="4823789" cy="1325563"/>
          </a:xfrm>
        </p:spPr>
        <p:txBody>
          <a:bodyPr/>
          <a:lstStyle/>
          <a:p>
            <a:r>
              <a:rPr lang="es-CO" b="1" dirty="0"/>
              <a:t>Actividades claves</a:t>
            </a:r>
            <a:endParaRPr lang="es-CO" dirty="0"/>
          </a:p>
        </p:txBody>
      </p:sp>
    </p:spTree>
    <p:extLst>
      <p:ext uri="{BB962C8B-B14F-4D97-AF65-F5344CB8AC3E}">
        <p14:creationId xmlns:p14="http://schemas.microsoft.com/office/powerpoint/2010/main" val="88244590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Marcador de contenido 4">
            <a:extLst>
              <a:ext uri="{FF2B5EF4-FFF2-40B4-BE49-F238E27FC236}">
                <a16:creationId xmlns:a16="http://schemas.microsoft.com/office/drawing/2014/main" id="{EAE1BB54-787C-49F8-9E2F-5144DA830F17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 rotWithShape="1"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rightnessContrast bright="40000" contrast="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b="4386"/>
          <a:stretch/>
        </p:blipFill>
        <p:spPr>
          <a:xfrm>
            <a:off x="277988" y="159967"/>
            <a:ext cx="2173666" cy="1943954"/>
          </a:xfrm>
          <a:prstGeom prst="rect">
            <a:avLst/>
          </a:prstGeom>
        </p:spPr>
      </p:pic>
      <p:sp>
        <p:nvSpPr>
          <p:cNvPr id="6" name="Marcador de contenido 5">
            <a:extLst>
              <a:ext uri="{FF2B5EF4-FFF2-40B4-BE49-F238E27FC236}">
                <a16:creationId xmlns:a16="http://schemas.microsoft.com/office/drawing/2014/main" id="{F857179A-DC3E-4292-8631-29B2E3B91E5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2955235" y="1997903"/>
            <a:ext cx="7073348" cy="4351338"/>
          </a:xfrm>
        </p:spPr>
        <p:txBody>
          <a:bodyPr>
            <a:normAutofit fontScale="77500" lnSpcReduction="20000"/>
          </a:bodyPr>
          <a:lstStyle/>
          <a:p>
            <a:pPr lvl="0"/>
            <a:r>
              <a:rPr lang="es-CO" dirty="0"/>
              <a:t>Plan de Internet y celular</a:t>
            </a:r>
          </a:p>
          <a:p>
            <a:pPr lvl="0"/>
            <a:r>
              <a:rPr lang="es-CO" dirty="0"/>
              <a:t>Membresía proveedor</a:t>
            </a:r>
          </a:p>
          <a:p>
            <a:pPr lvl="0"/>
            <a:r>
              <a:rPr lang="es-CO" dirty="0"/>
              <a:t>Membresía proveedor de pagos</a:t>
            </a:r>
          </a:p>
          <a:p>
            <a:pPr lvl="0"/>
            <a:r>
              <a:rPr lang="es-CO" dirty="0"/>
              <a:t>Dominio y alojamiento web</a:t>
            </a:r>
          </a:p>
          <a:p>
            <a:pPr lvl="0"/>
            <a:r>
              <a:rPr lang="es-CO" dirty="0"/>
              <a:t>Computadores</a:t>
            </a:r>
          </a:p>
          <a:p>
            <a:pPr lvl="0"/>
            <a:r>
              <a:rPr lang="es-CO" dirty="0"/>
              <a:t>Aplicativos de desarrollo de software</a:t>
            </a:r>
          </a:p>
          <a:p>
            <a:pPr lvl="0"/>
            <a:r>
              <a:rPr lang="es-CO" dirty="0"/>
              <a:t>Sitio web</a:t>
            </a:r>
          </a:p>
          <a:p>
            <a:pPr lvl="0"/>
            <a:r>
              <a:rPr lang="es-CO" dirty="0"/>
              <a:t>Prototipos páginas web portafolio</a:t>
            </a:r>
          </a:p>
          <a:p>
            <a:pPr lvl="0"/>
            <a:r>
              <a:rPr lang="es-CO" dirty="0"/>
              <a:t>Persona de ventas</a:t>
            </a:r>
          </a:p>
          <a:p>
            <a:pPr lvl="0"/>
            <a:r>
              <a:rPr lang="es-CO" dirty="0"/>
              <a:t>Persona de desarrollo web</a:t>
            </a:r>
          </a:p>
          <a:p>
            <a:pPr lvl="0"/>
            <a:r>
              <a:rPr lang="es-CO" dirty="0"/>
              <a:t>Presupuesto publicidad</a:t>
            </a:r>
          </a:p>
          <a:p>
            <a:pPr lvl="0"/>
            <a:r>
              <a:rPr lang="es-CO" dirty="0"/>
              <a:t>Presupuesto obsequios</a:t>
            </a:r>
          </a:p>
          <a:p>
            <a:endParaRPr lang="es-CO" dirty="0"/>
          </a:p>
        </p:txBody>
      </p:sp>
      <p:sp>
        <p:nvSpPr>
          <p:cNvPr id="8" name="Título 7">
            <a:extLst>
              <a:ext uri="{FF2B5EF4-FFF2-40B4-BE49-F238E27FC236}">
                <a16:creationId xmlns:a16="http://schemas.microsoft.com/office/drawing/2014/main" id="{F1FFF71B-DCAA-43A3-8426-30001FAECAD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79405" y="469162"/>
            <a:ext cx="4625008" cy="1325563"/>
          </a:xfrm>
        </p:spPr>
        <p:txBody>
          <a:bodyPr/>
          <a:lstStyle/>
          <a:p>
            <a:r>
              <a:rPr lang="es-CO" b="1" dirty="0"/>
              <a:t>Recursos claves</a:t>
            </a:r>
            <a:endParaRPr lang="es-CO" dirty="0"/>
          </a:p>
        </p:txBody>
      </p:sp>
      <p:pic>
        <p:nvPicPr>
          <p:cNvPr id="3" name="Imagen 2">
            <a:extLst>
              <a:ext uri="{FF2B5EF4-FFF2-40B4-BE49-F238E27FC236}">
                <a16:creationId xmlns:a16="http://schemas.microsoft.com/office/drawing/2014/main" id="{09EEBA2E-B988-49D7-B98A-11B8657788D1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00781" y="2244586"/>
            <a:ext cx="2857500" cy="18900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9961792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Marcador de contenido 4">
            <a:extLst>
              <a:ext uri="{FF2B5EF4-FFF2-40B4-BE49-F238E27FC236}">
                <a16:creationId xmlns:a16="http://schemas.microsoft.com/office/drawing/2014/main" id="{EAE1BB54-787C-49F8-9E2F-5144DA830F17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 rotWithShape="1"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rightnessContrast bright="40000" contrast="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b="4386"/>
          <a:stretch/>
        </p:blipFill>
        <p:spPr>
          <a:xfrm>
            <a:off x="277988" y="159967"/>
            <a:ext cx="2173666" cy="1943954"/>
          </a:xfrm>
          <a:prstGeom prst="rect">
            <a:avLst/>
          </a:prstGeom>
        </p:spPr>
      </p:pic>
      <p:sp>
        <p:nvSpPr>
          <p:cNvPr id="6" name="Marcador de contenido 5">
            <a:extLst>
              <a:ext uri="{FF2B5EF4-FFF2-40B4-BE49-F238E27FC236}">
                <a16:creationId xmlns:a16="http://schemas.microsoft.com/office/drawing/2014/main" id="{F857179A-DC3E-4292-8631-29B2E3B91E5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2160106" y="2167007"/>
            <a:ext cx="7328452" cy="4351338"/>
          </a:xfrm>
        </p:spPr>
        <p:txBody>
          <a:bodyPr/>
          <a:lstStyle/>
          <a:p>
            <a:pPr lvl="0"/>
            <a:r>
              <a:rPr lang="es-CO" dirty="0"/>
              <a:t>Go daddy</a:t>
            </a:r>
          </a:p>
          <a:p>
            <a:pPr lvl="0"/>
            <a:r>
              <a:rPr lang="es-CO" dirty="0"/>
              <a:t>Empresa de impresión 3D </a:t>
            </a:r>
          </a:p>
          <a:p>
            <a:pPr lvl="0"/>
            <a:r>
              <a:rPr lang="es-CO" dirty="0"/>
              <a:t>Plataforma de recaudo (Pasarela de pagos) </a:t>
            </a:r>
          </a:p>
          <a:p>
            <a:pPr lvl="0"/>
            <a:r>
              <a:rPr lang="es-CO" dirty="0"/>
              <a:t>Google </a:t>
            </a:r>
          </a:p>
          <a:p>
            <a:pPr lvl="0"/>
            <a:r>
              <a:rPr lang="es-CO" dirty="0"/>
              <a:t>WhatsApp business</a:t>
            </a:r>
          </a:p>
          <a:p>
            <a:pPr lvl="0"/>
            <a:r>
              <a:rPr lang="es-CO" dirty="0"/>
              <a:t>Operador telecomunicaciones</a:t>
            </a:r>
          </a:p>
          <a:p>
            <a:pPr lvl="0"/>
            <a:r>
              <a:rPr lang="es-CO" dirty="0"/>
              <a:t>Cámara y comercio de Bogotá</a:t>
            </a:r>
          </a:p>
          <a:p>
            <a:endParaRPr lang="es-CO" dirty="0"/>
          </a:p>
        </p:txBody>
      </p:sp>
      <p:sp>
        <p:nvSpPr>
          <p:cNvPr id="8" name="Título 7">
            <a:extLst>
              <a:ext uri="{FF2B5EF4-FFF2-40B4-BE49-F238E27FC236}">
                <a16:creationId xmlns:a16="http://schemas.microsoft.com/office/drawing/2014/main" id="{F1FFF71B-DCAA-43A3-8426-30001FAECAD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901649" y="159967"/>
            <a:ext cx="4002156" cy="1325563"/>
          </a:xfrm>
        </p:spPr>
        <p:txBody>
          <a:bodyPr/>
          <a:lstStyle/>
          <a:p>
            <a:r>
              <a:rPr lang="es-CO" b="1" dirty="0"/>
              <a:t>Socios Claves</a:t>
            </a:r>
            <a:endParaRPr lang="es-CO" dirty="0"/>
          </a:p>
        </p:txBody>
      </p:sp>
      <p:pic>
        <p:nvPicPr>
          <p:cNvPr id="3" name="Imagen 2">
            <a:extLst>
              <a:ext uri="{FF2B5EF4-FFF2-40B4-BE49-F238E27FC236}">
                <a16:creationId xmlns:a16="http://schemas.microsoft.com/office/drawing/2014/main" id="{8954677C-08D2-486F-85A5-D8B54252F797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77858" y="1366907"/>
            <a:ext cx="2857500" cy="1600200"/>
          </a:xfrm>
          <a:prstGeom prst="rect">
            <a:avLst/>
          </a:prstGeom>
        </p:spPr>
      </p:pic>
      <p:pic>
        <p:nvPicPr>
          <p:cNvPr id="7" name="Imagen 6">
            <a:extLst>
              <a:ext uri="{FF2B5EF4-FFF2-40B4-BE49-F238E27FC236}">
                <a16:creationId xmlns:a16="http://schemas.microsoft.com/office/drawing/2014/main" id="{CB4977B6-0AC4-4E8F-A492-18E2F02916FD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758609" y="4072653"/>
            <a:ext cx="5046593" cy="18425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2340896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Marcador de contenido 4">
            <a:extLst>
              <a:ext uri="{FF2B5EF4-FFF2-40B4-BE49-F238E27FC236}">
                <a16:creationId xmlns:a16="http://schemas.microsoft.com/office/drawing/2014/main" id="{EAE1BB54-787C-49F8-9E2F-5144DA830F17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 rotWithShape="1"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rightnessContrast bright="40000" contrast="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b="4386"/>
          <a:stretch/>
        </p:blipFill>
        <p:spPr>
          <a:xfrm>
            <a:off x="79207" y="59632"/>
            <a:ext cx="2173666" cy="1943954"/>
          </a:xfrm>
          <a:prstGeom prst="rect">
            <a:avLst/>
          </a:prstGeom>
        </p:spPr>
      </p:pic>
      <p:sp>
        <p:nvSpPr>
          <p:cNvPr id="6" name="Marcador de contenido 5">
            <a:extLst>
              <a:ext uri="{FF2B5EF4-FFF2-40B4-BE49-F238E27FC236}">
                <a16:creationId xmlns:a16="http://schemas.microsoft.com/office/drawing/2014/main" id="{F857179A-DC3E-4292-8631-29B2E3B91E5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277988" y="2122854"/>
            <a:ext cx="11516447" cy="4351338"/>
          </a:xfrm>
        </p:spPr>
        <p:txBody>
          <a:bodyPr>
            <a:normAutofit fontScale="92500" lnSpcReduction="10000"/>
          </a:bodyPr>
          <a:lstStyle/>
          <a:p>
            <a:r>
              <a:rPr lang="es-CO" b="1" dirty="0"/>
              <a:t> Debilidades	 </a:t>
            </a:r>
            <a:endParaRPr lang="es-CO" dirty="0"/>
          </a:p>
          <a:p>
            <a:pPr lvl="0"/>
            <a:r>
              <a:rPr lang="es-CO" dirty="0"/>
              <a:t>Competencia bastante reñida en el mercado de herramientas digitales, es bastante las agencias y empresas que ofrecen incrementar ventas y posicionar marcas posteriores a la pandemia.</a:t>
            </a:r>
          </a:p>
          <a:p>
            <a:pPr lvl="0"/>
            <a:r>
              <a:rPr lang="es-CO" dirty="0"/>
              <a:t>El servicio prestado es soporte y configuración de herramientas digitales y dependemos del servicio de internet que se tenga disponible o con cobertura en el sector de la empresa.</a:t>
            </a:r>
          </a:p>
          <a:p>
            <a:pPr marL="0" lvl="0" indent="0">
              <a:buNone/>
            </a:pPr>
            <a:r>
              <a:rPr lang="es-CO" b="1" dirty="0"/>
              <a:t>Oportunidad</a:t>
            </a:r>
            <a:endParaRPr lang="es-CO" dirty="0"/>
          </a:p>
          <a:p>
            <a:pPr lvl="0"/>
            <a:r>
              <a:rPr lang="es-CO" dirty="0"/>
              <a:t>Sectores económicos que no cuentan con el ofrecimiento de servicios de herramientas digitales, por su alto costo o poca cobertura de empresas de mercadeo digital</a:t>
            </a:r>
          </a:p>
          <a:p>
            <a:pPr lvl="0"/>
            <a:endParaRPr lang="es-CO" dirty="0"/>
          </a:p>
          <a:p>
            <a:endParaRPr lang="es-CO" dirty="0"/>
          </a:p>
        </p:txBody>
      </p:sp>
      <p:sp>
        <p:nvSpPr>
          <p:cNvPr id="8" name="Título 7">
            <a:extLst>
              <a:ext uri="{FF2B5EF4-FFF2-40B4-BE49-F238E27FC236}">
                <a16:creationId xmlns:a16="http://schemas.microsoft.com/office/drawing/2014/main" id="{F1FFF71B-DCAA-43A3-8426-30001FAECAD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68349" y="383808"/>
            <a:ext cx="3180520" cy="1325563"/>
          </a:xfrm>
        </p:spPr>
        <p:txBody>
          <a:bodyPr/>
          <a:lstStyle/>
          <a:p>
            <a:r>
              <a:rPr lang="es-CO" b="1" dirty="0"/>
              <a:t>DOFA</a:t>
            </a:r>
            <a:endParaRPr lang="es-CO" dirty="0"/>
          </a:p>
        </p:txBody>
      </p:sp>
    </p:spTree>
    <p:extLst>
      <p:ext uri="{BB962C8B-B14F-4D97-AF65-F5344CB8AC3E}">
        <p14:creationId xmlns:p14="http://schemas.microsoft.com/office/powerpoint/2010/main" val="264168346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Marcador de contenido 4">
            <a:extLst>
              <a:ext uri="{FF2B5EF4-FFF2-40B4-BE49-F238E27FC236}">
                <a16:creationId xmlns:a16="http://schemas.microsoft.com/office/drawing/2014/main" id="{EAE1BB54-787C-49F8-9E2F-5144DA830F17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 rotWithShape="1"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rightnessContrast bright="40000" contrast="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b="4386"/>
          <a:stretch/>
        </p:blipFill>
        <p:spPr>
          <a:xfrm>
            <a:off x="79207" y="59632"/>
            <a:ext cx="2173666" cy="1943954"/>
          </a:xfrm>
          <a:prstGeom prst="rect">
            <a:avLst/>
          </a:prstGeom>
        </p:spPr>
      </p:pic>
      <p:sp>
        <p:nvSpPr>
          <p:cNvPr id="6" name="Marcador de contenido 5">
            <a:extLst>
              <a:ext uri="{FF2B5EF4-FFF2-40B4-BE49-F238E27FC236}">
                <a16:creationId xmlns:a16="http://schemas.microsoft.com/office/drawing/2014/main" id="{F857179A-DC3E-4292-8631-29B2E3B91E5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277988" y="2122854"/>
            <a:ext cx="11516447" cy="4351338"/>
          </a:xfrm>
        </p:spPr>
        <p:txBody>
          <a:bodyPr>
            <a:normAutofit/>
          </a:bodyPr>
          <a:lstStyle/>
          <a:p>
            <a:r>
              <a:rPr lang="es-CO" b="1" dirty="0"/>
              <a:t> Amenazas</a:t>
            </a:r>
            <a:endParaRPr lang="es-CO" dirty="0"/>
          </a:p>
          <a:p>
            <a:pPr lvl="0"/>
            <a:r>
              <a:rPr lang="es-CO" dirty="0"/>
              <a:t>El comportamiento del dólar es una amenaza respecto al valor de los productos que vendemos ya que esto puede impactar en el precio al consumidor final y esto puede provocar disminución de las ventas.</a:t>
            </a:r>
          </a:p>
          <a:p>
            <a:r>
              <a:rPr lang="es-CO" b="1" dirty="0"/>
              <a:t>Fortaleza</a:t>
            </a:r>
            <a:endParaRPr lang="es-CO" dirty="0"/>
          </a:p>
          <a:p>
            <a:pPr lvl="0"/>
            <a:r>
              <a:rPr lang="es-CO" dirty="0"/>
              <a:t>Contar con las herramientas digitales originales y garantizadas del proveedor con la asesoría y soporte del mismo.</a:t>
            </a:r>
          </a:p>
          <a:p>
            <a:pPr lvl="0"/>
            <a:r>
              <a:rPr lang="es-CO" dirty="0"/>
              <a:t>Excelente servicio al usuario y acompañamiento en el asesoramiento y capacitación de las herramientas.</a:t>
            </a:r>
          </a:p>
          <a:p>
            <a:endParaRPr lang="es-CO" dirty="0"/>
          </a:p>
        </p:txBody>
      </p:sp>
      <p:sp>
        <p:nvSpPr>
          <p:cNvPr id="8" name="Título 7">
            <a:extLst>
              <a:ext uri="{FF2B5EF4-FFF2-40B4-BE49-F238E27FC236}">
                <a16:creationId xmlns:a16="http://schemas.microsoft.com/office/drawing/2014/main" id="{F1FFF71B-DCAA-43A3-8426-30001FAECAD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68349" y="383808"/>
            <a:ext cx="3180520" cy="1325563"/>
          </a:xfrm>
        </p:spPr>
        <p:txBody>
          <a:bodyPr/>
          <a:lstStyle/>
          <a:p>
            <a:r>
              <a:rPr lang="es-CO" b="1" dirty="0"/>
              <a:t>DOFA</a:t>
            </a:r>
            <a:endParaRPr lang="es-CO" dirty="0"/>
          </a:p>
        </p:txBody>
      </p:sp>
    </p:spTree>
    <p:extLst>
      <p:ext uri="{BB962C8B-B14F-4D97-AF65-F5344CB8AC3E}">
        <p14:creationId xmlns:p14="http://schemas.microsoft.com/office/powerpoint/2010/main" val="840978641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o" ma:contentTypeID="0x0101008B4DD30C42CD72459255BF6A87916375" ma:contentTypeVersion="15" ma:contentTypeDescription="Crear nuevo documento." ma:contentTypeScope="" ma:versionID="a69aeac5761b7ca697934ac1610ad972">
  <xsd:schema xmlns:xsd="http://www.w3.org/2001/XMLSchema" xmlns:xs="http://www.w3.org/2001/XMLSchema" xmlns:p="http://schemas.microsoft.com/office/2006/metadata/properties" xmlns:ns3="3d12226d-63f8-4c54-8f89-95b3370585c3" xmlns:ns4="2bdb293f-f94d-4b30-9b19-7449d04d2676" targetNamespace="http://schemas.microsoft.com/office/2006/metadata/properties" ma:root="true" ma:fieldsID="ce1ecd3d5ee42081f9b60472f8b5f5f6" ns3:_="" ns4:_="">
    <xsd:import namespace="3d12226d-63f8-4c54-8f89-95b3370585c3"/>
    <xsd:import namespace="2bdb293f-f94d-4b30-9b19-7449d04d2676"/>
    <xsd:element name="properties">
      <xsd:complexType>
        <xsd:sequence>
          <xsd:element name="documentManagement">
            <xsd:complexType>
              <xsd:all>
                <xsd:element ref="ns3:MediaServiceMetadata" minOccurs="0"/>
                <xsd:element ref="ns3:MediaServiceFastMetadata" minOccurs="0"/>
                <xsd:element ref="ns3:MediaServiceDateTaken" minOccurs="0"/>
                <xsd:element ref="ns3:MediaServiceAutoTags" minOccurs="0"/>
                <xsd:element ref="ns3:MediaServiceGenerationTime" minOccurs="0"/>
                <xsd:element ref="ns3:MediaServiceEventHashCode" minOccurs="0"/>
                <xsd:element ref="ns3:MediaServiceOCR" minOccurs="0"/>
                <xsd:element ref="ns3:MediaServiceAutoKeyPoints" minOccurs="0"/>
                <xsd:element ref="ns3:MediaServiceKeyPoints" minOccurs="0"/>
                <xsd:element ref="ns4:SharedWithUsers" minOccurs="0"/>
                <xsd:element ref="ns4:SharedWithDetails" minOccurs="0"/>
                <xsd:element ref="ns4:SharingHintHash" minOccurs="0"/>
                <xsd:element ref="ns3:MediaServiceLocation" minOccurs="0"/>
                <xsd:element ref="ns3:MediaLengthInSeconds" minOccurs="0"/>
                <xsd:element ref="ns3:_activity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3d12226d-63f8-4c54-8f89-95b3370585c3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DateTaken" ma:index="10" nillable="true" ma:displayName="MediaServiceDateTaken" ma:hidden="true" ma:internalName="MediaServiceDateTaken" ma:readOnly="true">
      <xsd:simpleType>
        <xsd:restriction base="dms:Text"/>
      </xsd:simpleType>
    </xsd:element>
    <xsd:element name="MediaServiceAutoTags" ma:index="11" nillable="true" ma:displayName="Tags" ma:internalName="MediaServiceAutoTags" ma:readOnly="true">
      <xsd:simpleType>
        <xsd:restriction base="dms:Text"/>
      </xsd:simpleType>
    </xsd:element>
    <xsd:element name="MediaServiceGenerationTime" ma:index="12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3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OCR" ma:index="14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AutoKeyPoints" ma:index="15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6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ServiceLocation" ma:index="20" nillable="true" ma:displayName="Location" ma:internalName="MediaServiceLocation" ma:readOnly="true">
      <xsd:simpleType>
        <xsd:restriction base="dms:Text"/>
      </xsd:simpleType>
    </xsd:element>
    <xsd:element name="MediaLengthInSeconds" ma:index="21" nillable="true" ma:displayName="MediaLengthInSeconds" ma:hidden="true" ma:internalName="MediaLengthInSeconds" ma:readOnly="true">
      <xsd:simpleType>
        <xsd:restriction base="dms:Unknown"/>
      </xsd:simpleType>
    </xsd:element>
    <xsd:element name="_activity" ma:index="22" nillable="true" ma:displayName="_activity" ma:hidden="true" ma:internalName="_activity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bdb293f-f94d-4b30-9b19-7449d04d2676" elementFormDefault="qualified">
    <xsd:import namespace="http://schemas.microsoft.com/office/2006/documentManagement/types"/>
    <xsd:import namespace="http://schemas.microsoft.com/office/infopath/2007/PartnerControls"/>
    <xsd:element name="SharedWithUsers" ma:index="17" nillable="true" ma:displayName="Compartido con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8" nillable="true" ma:displayName="Detalles de uso compartido" ma:internalName="SharedWithDetails" ma:readOnly="true">
      <xsd:simpleType>
        <xsd:restriction base="dms:Note">
          <xsd:maxLength value="255"/>
        </xsd:restriction>
      </xsd:simpleType>
    </xsd:element>
    <xsd:element name="SharingHintHash" ma:index="19" nillable="true" ma:displayName="Hash de la sugerencia para compartir" ma:hidden="true" ma:internalName="SharingHintHash" ma:readOnly="true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Tipo de contenido"/>
        <xsd:element ref="dc:title" minOccurs="0" maxOccurs="1" ma:index="4" ma:displayName="Título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activity xmlns="3d12226d-63f8-4c54-8f89-95b3370585c3" xsi:nil="true"/>
  </documentManagement>
</p:properties>
</file>

<file path=customXml/itemProps1.xml><?xml version="1.0" encoding="utf-8"?>
<ds:datastoreItem xmlns:ds="http://schemas.openxmlformats.org/officeDocument/2006/customXml" ds:itemID="{7CD4D7DE-71E8-46CD-A34E-026CCAF33FF6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3d12226d-63f8-4c54-8f89-95b3370585c3"/>
    <ds:schemaRef ds:uri="2bdb293f-f94d-4b30-9b19-7449d04d2676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1F032015-C8FB-45D5-97F2-518D2013572D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9B59AC12-727A-479C-9F85-77A2D7485984}">
  <ds:schemaRefs>
    <ds:schemaRef ds:uri="http://schemas.microsoft.com/office/infopath/2007/PartnerControls"/>
    <ds:schemaRef ds:uri="http://purl.org/dc/elements/1.1/"/>
    <ds:schemaRef ds:uri="3d12226d-63f8-4c54-8f89-95b3370585c3"/>
    <ds:schemaRef ds:uri="http://www.w3.org/XML/1998/namespace"/>
    <ds:schemaRef ds:uri="http://schemas.microsoft.com/office/2006/documentManagement/types"/>
    <ds:schemaRef ds:uri="http://purl.org/dc/dcmitype/"/>
    <ds:schemaRef ds:uri="http://schemas.openxmlformats.org/package/2006/metadata/core-properties"/>
    <ds:schemaRef ds:uri="2bdb293f-f94d-4b30-9b19-7449d04d2676"/>
    <ds:schemaRef ds:uri="http://schemas.microsoft.com/office/2006/metadata/properties"/>
    <ds:schemaRef ds:uri="http://purl.org/dc/terms/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180</TotalTime>
  <Words>440</Words>
  <Application>Microsoft Office PowerPoint</Application>
  <PresentationFormat>Panorámica</PresentationFormat>
  <Paragraphs>70</Paragraphs>
  <Slides>10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10</vt:i4>
      </vt:variant>
    </vt:vector>
  </HeadingPairs>
  <TitlesOfParts>
    <vt:vector size="14" baseType="lpstr">
      <vt:lpstr>Arial</vt:lpstr>
      <vt:lpstr>Calibri</vt:lpstr>
      <vt:lpstr>Calibri Light</vt:lpstr>
      <vt:lpstr>Tema de Office</vt:lpstr>
      <vt:lpstr>Reset</vt:lpstr>
      <vt:lpstr>Segmento de clientes</vt:lpstr>
      <vt:lpstr>Relación con clientes </vt:lpstr>
      <vt:lpstr>Canales de Distribución </vt:lpstr>
      <vt:lpstr>Propuesta de valor</vt:lpstr>
      <vt:lpstr>Actividades claves</vt:lpstr>
      <vt:lpstr>Recursos claves</vt:lpstr>
      <vt:lpstr>Socios Claves</vt:lpstr>
      <vt:lpstr>DOFA</vt:lpstr>
      <vt:lpstr>DOFA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RESET</dc:title>
  <dc:creator>DANIEL EDUARDO GONZALEZ BUITRAGO</dc:creator>
  <cp:lastModifiedBy>DANIEL EDUARDO GONZALEZ BUITRAGO</cp:lastModifiedBy>
  <cp:revision>2</cp:revision>
  <dcterms:created xsi:type="dcterms:W3CDTF">2023-03-18T13:21:46Z</dcterms:created>
  <dcterms:modified xsi:type="dcterms:W3CDTF">2023-03-18T16:22:19Z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0x0101008B4DD30C42CD72459255BF6A87916375</vt:lpwstr>
  </property>
</Properties>
</file>